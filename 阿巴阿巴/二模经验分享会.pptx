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8"/>
  </p:notesMasterIdLst>
  <p:sldIdLst>
    <p:sldId id="256" r:id="rId4"/>
    <p:sldId id="259" r:id="rId5"/>
    <p:sldId id="261" r:id="rId6"/>
    <p:sldId id="268" r:id="rId7"/>
    <p:sldId id="267" r:id="rId8"/>
    <p:sldId id="266" r:id="rId9"/>
    <p:sldId id="265" r:id="rId10"/>
    <p:sldId id="262" r:id="rId11"/>
    <p:sldId id="269" r:id="rId12"/>
    <p:sldId id="270" r:id="rId13"/>
    <p:sldId id="263" r:id="rId14"/>
    <p:sldId id="264" r:id="rId15"/>
    <p:sldId id="271" r:id="rId16"/>
    <p:sldId id="272" r:id="rId17"/>
    <p:sldId id="273" r:id="rId18"/>
    <p:sldId id="283" r:id="rId19"/>
    <p:sldId id="274" r:id="rId20"/>
    <p:sldId id="275" r:id="rId21"/>
    <p:sldId id="276" r:id="rId22"/>
    <p:sldId id="277" r:id="rId23"/>
    <p:sldId id="278" r:id="rId24"/>
    <p:sldId id="284" r:id="rId25"/>
    <p:sldId id="285" r:id="rId26"/>
    <p:sldId id="279" r:id="rId27"/>
    <p:sldId id="286" r:id="rId28"/>
    <p:sldId id="287" r:id="rId29"/>
    <p:sldId id="288" r:id="rId30"/>
    <p:sldId id="280" r:id="rId31"/>
    <p:sldId id="289" r:id="rId32"/>
    <p:sldId id="282" r:id="rId33"/>
    <p:sldId id="281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3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7" Type="http://schemas.openxmlformats.org/officeDocument/2006/relationships/tags" Target="../tags/tag64.xml"/><Relationship Id="rId66" Type="http://schemas.openxmlformats.org/officeDocument/2006/relationships/tags" Target="../tags/tag63.xml"/><Relationship Id="rId65" Type="http://schemas.openxmlformats.org/officeDocument/2006/relationships/tags" Target="../tags/tag62.xml"/><Relationship Id="rId64" Type="http://schemas.openxmlformats.org/officeDocument/2006/relationships/tags" Target="../tags/tag61.xml"/><Relationship Id="rId63" Type="http://schemas.openxmlformats.org/officeDocument/2006/relationships/tags" Target="../tags/tag60.xml"/><Relationship Id="rId62" Type="http://schemas.openxmlformats.org/officeDocument/2006/relationships/tags" Target="../tags/tag59.xml"/><Relationship Id="rId61" Type="http://schemas.openxmlformats.org/officeDocument/2006/relationships/tags" Target="../tags/tag58.xml"/><Relationship Id="rId60" Type="http://schemas.openxmlformats.org/officeDocument/2006/relationships/tags" Target="../tags/tag57.xml"/><Relationship Id="rId6" Type="http://schemas.openxmlformats.org/officeDocument/2006/relationships/tags" Target="../tags/tag3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2.xml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image" Target="../media/image2.svg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image" Target="../media/image1.png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3" Type="http://schemas.openxmlformats.org/officeDocument/2006/relationships/tags" Target="../tags/tag101.xml"/><Relationship Id="rId32" Type="http://schemas.openxmlformats.org/officeDocument/2006/relationships/tags" Target="../tags/tag100.xml"/><Relationship Id="rId31" Type="http://schemas.openxmlformats.org/officeDocument/2006/relationships/tags" Target="../tags/tag99.xml"/><Relationship Id="rId30" Type="http://schemas.openxmlformats.org/officeDocument/2006/relationships/tags" Target="../tags/tag98.xml"/><Relationship Id="rId3" Type="http://schemas.openxmlformats.org/officeDocument/2006/relationships/tags" Target="../tags/tag71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4" Type="http://schemas.openxmlformats.org/officeDocument/2006/relationships/tags" Target="../tags/tag134.xml"/><Relationship Id="rId33" Type="http://schemas.openxmlformats.org/officeDocument/2006/relationships/tags" Target="../tags/tag133.xml"/><Relationship Id="rId32" Type="http://schemas.openxmlformats.org/officeDocument/2006/relationships/tags" Target="../tags/tag132.xml"/><Relationship Id="rId31" Type="http://schemas.openxmlformats.org/officeDocument/2006/relationships/tags" Target="../tags/tag131.xml"/><Relationship Id="rId30" Type="http://schemas.openxmlformats.org/officeDocument/2006/relationships/tags" Target="../tags/tag130.xml"/><Relationship Id="rId3" Type="http://schemas.openxmlformats.org/officeDocument/2006/relationships/tags" Target="../tags/tag103.xml"/><Relationship Id="rId29" Type="http://schemas.openxmlformats.org/officeDocument/2006/relationships/tags" Target="../tags/tag129.xml"/><Relationship Id="rId28" Type="http://schemas.openxmlformats.org/officeDocument/2006/relationships/tags" Target="../tags/tag128.xml"/><Relationship Id="rId27" Type="http://schemas.openxmlformats.org/officeDocument/2006/relationships/tags" Target="../tags/tag127.xml"/><Relationship Id="rId26" Type="http://schemas.openxmlformats.org/officeDocument/2006/relationships/tags" Target="../tags/tag126.xml"/><Relationship Id="rId25" Type="http://schemas.openxmlformats.org/officeDocument/2006/relationships/tags" Target="../tags/tag125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tags" Target="../tags/tag102.xml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0" Type="http://schemas.openxmlformats.org/officeDocument/2006/relationships/tags" Target="../tags/tag201.xml"/><Relationship Id="rId4" Type="http://schemas.openxmlformats.org/officeDocument/2006/relationships/image" Target="../media/image4.svg"/><Relationship Id="rId39" Type="http://schemas.openxmlformats.org/officeDocument/2006/relationships/tags" Target="../tags/tag200.xml"/><Relationship Id="rId38" Type="http://schemas.openxmlformats.org/officeDocument/2006/relationships/tags" Target="../tags/tag199.xml"/><Relationship Id="rId37" Type="http://schemas.openxmlformats.org/officeDocument/2006/relationships/tags" Target="../tags/tag198.xml"/><Relationship Id="rId36" Type="http://schemas.openxmlformats.org/officeDocument/2006/relationships/tags" Target="../tags/tag197.xml"/><Relationship Id="rId35" Type="http://schemas.openxmlformats.org/officeDocument/2006/relationships/tags" Target="../tags/tag196.xml"/><Relationship Id="rId34" Type="http://schemas.openxmlformats.org/officeDocument/2006/relationships/tags" Target="../tags/tag195.xml"/><Relationship Id="rId33" Type="http://schemas.openxmlformats.org/officeDocument/2006/relationships/tags" Target="../tags/tag194.xml"/><Relationship Id="rId32" Type="http://schemas.openxmlformats.org/officeDocument/2006/relationships/tags" Target="../tags/tag193.xml"/><Relationship Id="rId31" Type="http://schemas.openxmlformats.org/officeDocument/2006/relationships/tags" Target="../tags/tag192.xml"/><Relationship Id="rId30" Type="http://schemas.openxmlformats.org/officeDocument/2006/relationships/tags" Target="../tags/tag191.xml"/><Relationship Id="rId3" Type="http://schemas.openxmlformats.org/officeDocument/2006/relationships/image" Target="../media/image3.png"/><Relationship Id="rId29" Type="http://schemas.openxmlformats.org/officeDocument/2006/relationships/tags" Target="../tags/tag190.xml"/><Relationship Id="rId28" Type="http://schemas.openxmlformats.org/officeDocument/2006/relationships/tags" Target="../tags/tag189.xml"/><Relationship Id="rId27" Type="http://schemas.openxmlformats.org/officeDocument/2006/relationships/tags" Target="../tags/tag188.xml"/><Relationship Id="rId26" Type="http://schemas.openxmlformats.org/officeDocument/2006/relationships/tags" Target="../tags/tag187.xml"/><Relationship Id="rId25" Type="http://schemas.openxmlformats.org/officeDocument/2006/relationships/tags" Target="../tags/tag186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tags" Target="../tags/tag181.xml"/><Relationship Id="rId2" Type="http://schemas.openxmlformats.org/officeDocument/2006/relationships/tags" Target="../tags/tag165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7" Type="http://schemas.openxmlformats.org/officeDocument/2006/relationships/tags" Target="../tags/tag276.xml"/><Relationship Id="rId66" Type="http://schemas.openxmlformats.org/officeDocument/2006/relationships/tags" Target="../tags/tag275.xml"/><Relationship Id="rId65" Type="http://schemas.openxmlformats.org/officeDocument/2006/relationships/tags" Target="../tags/tag274.xml"/><Relationship Id="rId64" Type="http://schemas.openxmlformats.org/officeDocument/2006/relationships/tags" Target="../tags/tag273.xml"/><Relationship Id="rId63" Type="http://schemas.openxmlformats.org/officeDocument/2006/relationships/tags" Target="../tags/tag272.xml"/><Relationship Id="rId62" Type="http://schemas.openxmlformats.org/officeDocument/2006/relationships/tags" Target="../tags/tag271.xml"/><Relationship Id="rId61" Type="http://schemas.openxmlformats.org/officeDocument/2006/relationships/tags" Target="../tags/tag270.xml"/><Relationship Id="rId60" Type="http://schemas.openxmlformats.org/officeDocument/2006/relationships/tags" Target="../tags/tag269.xml"/><Relationship Id="rId6" Type="http://schemas.openxmlformats.org/officeDocument/2006/relationships/tags" Target="../tags/tag215.xml"/><Relationship Id="rId59" Type="http://schemas.openxmlformats.org/officeDocument/2006/relationships/tags" Target="../tags/tag268.xml"/><Relationship Id="rId58" Type="http://schemas.openxmlformats.org/officeDocument/2006/relationships/tags" Target="../tags/tag267.xml"/><Relationship Id="rId57" Type="http://schemas.openxmlformats.org/officeDocument/2006/relationships/tags" Target="../tags/tag266.xml"/><Relationship Id="rId56" Type="http://schemas.openxmlformats.org/officeDocument/2006/relationships/tags" Target="../tags/tag265.xml"/><Relationship Id="rId55" Type="http://schemas.openxmlformats.org/officeDocument/2006/relationships/tags" Target="../tags/tag264.xml"/><Relationship Id="rId54" Type="http://schemas.openxmlformats.org/officeDocument/2006/relationships/tags" Target="../tags/tag263.xml"/><Relationship Id="rId53" Type="http://schemas.openxmlformats.org/officeDocument/2006/relationships/tags" Target="../tags/tag262.xml"/><Relationship Id="rId52" Type="http://schemas.openxmlformats.org/officeDocument/2006/relationships/tags" Target="../tags/tag261.xml"/><Relationship Id="rId51" Type="http://schemas.openxmlformats.org/officeDocument/2006/relationships/tags" Target="../tags/tag260.xml"/><Relationship Id="rId50" Type="http://schemas.openxmlformats.org/officeDocument/2006/relationships/tags" Target="../tags/tag259.xml"/><Relationship Id="rId5" Type="http://schemas.openxmlformats.org/officeDocument/2006/relationships/tags" Target="../tags/tag214.xml"/><Relationship Id="rId49" Type="http://schemas.openxmlformats.org/officeDocument/2006/relationships/tags" Target="../tags/tag258.xml"/><Relationship Id="rId48" Type="http://schemas.openxmlformats.org/officeDocument/2006/relationships/tags" Target="../tags/tag257.xml"/><Relationship Id="rId47" Type="http://schemas.openxmlformats.org/officeDocument/2006/relationships/tags" Target="../tags/tag256.xml"/><Relationship Id="rId46" Type="http://schemas.openxmlformats.org/officeDocument/2006/relationships/tags" Target="../tags/tag255.xml"/><Relationship Id="rId45" Type="http://schemas.openxmlformats.org/officeDocument/2006/relationships/tags" Target="../tags/tag254.xml"/><Relationship Id="rId44" Type="http://schemas.openxmlformats.org/officeDocument/2006/relationships/tags" Target="../tags/tag253.xml"/><Relationship Id="rId43" Type="http://schemas.openxmlformats.org/officeDocument/2006/relationships/tags" Target="../tags/tag252.xml"/><Relationship Id="rId42" Type="http://schemas.openxmlformats.org/officeDocument/2006/relationships/tags" Target="../tags/tag251.xml"/><Relationship Id="rId41" Type="http://schemas.openxmlformats.org/officeDocument/2006/relationships/tags" Target="../tags/tag250.xml"/><Relationship Id="rId40" Type="http://schemas.openxmlformats.org/officeDocument/2006/relationships/tags" Target="../tags/tag249.xml"/><Relationship Id="rId4" Type="http://schemas.openxmlformats.org/officeDocument/2006/relationships/image" Target="../media/image2.svg"/><Relationship Id="rId39" Type="http://schemas.openxmlformats.org/officeDocument/2006/relationships/tags" Target="../tags/tag248.xml"/><Relationship Id="rId38" Type="http://schemas.openxmlformats.org/officeDocument/2006/relationships/tags" Target="../tags/tag247.xml"/><Relationship Id="rId37" Type="http://schemas.openxmlformats.org/officeDocument/2006/relationships/tags" Target="../tags/tag246.xml"/><Relationship Id="rId36" Type="http://schemas.openxmlformats.org/officeDocument/2006/relationships/tags" Target="../tags/tag245.xml"/><Relationship Id="rId35" Type="http://schemas.openxmlformats.org/officeDocument/2006/relationships/tags" Target="../tags/tag244.xml"/><Relationship Id="rId34" Type="http://schemas.openxmlformats.org/officeDocument/2006/relationships/tags" Target="../tags/tag243.xml"/><Relationship Id="rId33" Type="http://schemas.openxmlformats.org/officeDocument/2006/relationships/tags" Target="../tags/tag242.xml"/><Relationship Id="rId32" Type="http://schemas.openxmlformats.org/officeDocument/2006/relationships/tags" Target="../tags/tag241.xml"/><Relationship Id="rId31" Type="http://schemas.openxmlformats.org/officeDocument/2006/relationships/tags" Target="../tags/tag240.xml"/><Relationship Id="rId30" Type="http://schemas.openxmlformats.org/officeDocument/2006/relationships/tags" Target="../tags/tag239.xml"/><Relationship Id="rId3" Type="http://schemas.openxmlformats.org/officeDocument/2006/relationships/image" Target="../media/image1.png"/><Relationship Id="rId29" Type="http://schemas.openxmlformats.org/officeDocument/2006/relationships/tags" Target="../tags/tag238.xml"/><Relationship Id="rId28" Type="http://schemas.openxmlformats.org/officeDocument/2006/relationships/tags" Target="../tags/tag237.xml"/><Relationship Id="rId27" Type="http://schemas.openxmlformats.org/officeDocument/2006/relationships/tags" Target="../tags/tag236.xml"/><Relationship Id="rId26" Type="http://schemas.openxmlformats.org/officeDocument/2006/relationships/tags" Target="../tags/tag235.xml"/><Relationship Id="rId25" Type="http://schemas.openxmlformats.org/officeDocument/2006/relationships/tags" Target="../tags/tag234.xml"/><Relationship Id="rId24" Type="http://schemas.openxmlformats.org/officeDocument/2006/relationships/tags" Target="../tags/tag233.xml"/><Relationship Id="rId23" Type="http://schemas.openxmlformats.org/officeDocument/2006/relationships/tags" Target="../tags/tag232.xml"/><Relationship Id="rId22" Type="http://schemas.openxmlformats.org/officeDocument/2006/relationships/tags" Target="../tags/tag231.xml"/><Relationship Id="rId21" Type="http://schemas.openxmlformats.org/officeDocument/2006/relationships/tags" Target="../tags/tag230.xml"/><Relationship Id="rId20" Type="http://schemas.openxmlformats.org/officeDocument/2006/relationships/tags" Target="../tags/tag229.xml"/><Relationship Id="rId2" Type="http://schemas.openxmlformats.org/officeDocument/2006/relationships/tags" Target="../tags/tag213.xml"/><Relationship Id="rId19" Type="http://schemas.openxmlformats.org/officeDocument/2006/relationships/tags" Target="../tags/tag228.xml"/><Relationship Id="rId18" Type="http://schemas.openxmlformats.org/officeDocument/2006/relationships/tags" Target="../tags/tag227.xml"/><Relationship Id="rId17" Type="http://schemas.openxmlformats.org/officeDocument/2006/relationships/tags" Target="../tags/tag226.xml"/><Relationship Id="rId16" Type="http://schemas.openxmlformats.org/officeDocument/2006/relationships/tags" Target="../tags/tag225.xml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3" Type="http://schemas.openxmlformats.org/officeDocument/2006/relationships/tags" Target="../tags/tag313.xml"/><Relationship Id="rId32" Type="http://schemas.openxmlformats.org/officeDocument/2006/relationships/tags" Target="../tags/tag312.xml"/><Relationship Id="rId31" Type="http://schemas.openxmlformats.org/officeDocument/2006/relationships/tags" Target="../tags/tag311.xml"/><Relationship Id="rId30" Type="http://schemas.openxmlformats.org/officeDocument/2006/relationships/tags" Target="../tags/tag310.xml"/><Relationship Id="rId3" Type="http://schemas.openxmlformats.org/officeDocument/2006/relationships/tags" Target="../tags/tag283.xml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tags" Target="../tags/tag282.xml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4" Type="http://schemas.openxmlformats.org/officeDocument/2006/relationships/tags" Target="../tags/tag346.xml"/><Relationship Id="rId33" Type="http://schemas.openxmlformats.org/officeDocument/2006/relationships/tags" Target="../tags/tag345.xml"/><Relationship Id="rId32" Type="http://schemas.openxmlformats.org/officeDocument/2006/relationships/tags" Target="../tags/tag344.xml"/><Relationship Id="rId31" Type="http://schemas.openxmlformats.org/officeDocument/2006/relationships/tags" Target="../tags/tag343.xml"/><Relationship Id="rId30" Type="http://schemas.openxmlformats.org/officeDocument/2006/relationships/tags" Target="../tags/tag342.xml"/><Relationship Id="rId3" Type="http://schemas.openxmlformats.org/officeDocument/2006/relationships/tags" Target="../tags/tag315.xml"/><Relationship Id="rId29" Type="http://schemas.openxmlformats.org/officeDocument/2006/relationships/tags" Target="../tags/tag341.xml"/><Relationship Id="rId28" Type="http://schemas.openxmlformats.org/officeDocument/2006/relationships/tags" Target="../tags/tag340.xml"/><Relationship Id="rId27" Type="http://schemas.openxmlformats.org/officeDocument/2006/relationships/tags" Target="../tags/tag339.xml"/><Relationship Id="rId26" Type="http://schemas.openxmlformats.org/officeDocument/2006/relationships/tags" Target="../tags/tag338.xml"/><Relationship Id="rId25" Type="http://schemas.openxmlformats.org/officeDocument/2006/relationships/tags" Target="../tags/tag337.xml"/><Relationship Id="rId24" Type="http://schemas.openxmlformats.org/officeDocument/2006/relationships/tags" Target="../tags/tag336.xml"/><Relationship Id="rId23" Type="http://schemas.openxmlformats.org/officeDocument/2006/relationships/tags" Target="../tags/tag335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tags" Target="../tags/tag314.xml"/><Relationship Id="rId19" Type="http://schemas.openxmlformats.org/officeDocument/2006/relationships/tags" Target="../tags/tag331.xml"/><Relationship Id="rId18" Type="http://schemas.openxmlformats.org/officeDocument/2006/relationships/tags" Target="../tags/tag330.xml"/><Relationship Id="rId17" Type="http://schemas.openxmlformats.org/officeDocument/2006/relationships/tags" Target="../tags/tag329.xml"/><Relationship Id="rId16" Type="http://schemas.openxmlformats.org/officeDocument/2006/relationships/tags" Target="../tags/tag328.xml"/><Relationship Id="rId15" Type="http://schemas.openxmlformats.org/officeDocument/2006/relationships/tags" Target="../tags/tag327.xml"/><Relationship Id="rId14" Type="http://schemas.openxmlformats.org/officeDocument/2006/relationships/tags" Target="../tags/tag326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0.xml"/><Relationship Id="rId8" Type="http://schemas.openxmlformats.org/officeDocument/2006/relationships/tags" Target="../tags/tag359.xml"/><Relationship Id="rId7" Type="http://schemas.openxmlformats.org/officeDocument/2006/relationships/tags" Target="../tags/tag358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382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0" Type="http://schemas.openxmlformats.org/officeDocument/2006/relationships/tags" Target="../tags/tag413.xml"/><Relationship Id="rId4" Type="http://schemas.openxmlformats.org/officeDocument/2006/relationships/image" Target="../media/image4.svg"/><Relationship Id="rId39" Type="http://schemas.openxmlformats.org/officeDocument/2006/relationships/tags" Target="../tags/tag412.xml"/><Relationship Id="rId38" Type="http://schemas.openxmlformats.org/officeDocument/2006/relationships/tags" Target="../tags/tag411.xml"/><Relationship Id="rId37" Type="http://schemas.openxmlformats.org/officeDocument/2006/relationships/tags" Target="../tags/tag410.xml"/><Relationship Id="rId36" Type="http://schemas.openxmlformats.org/officeDocument/2006/relationships/tags" Target="../tags/tag409.xml"/><Relationship Id="rId35" Type="http://schemas.openxmlformats.org/officeDocument/2006/relationships/tags" Target="../tags/tag408.xml"/><Relationship Id="rId34" Type="http://schemas.openxmlformats.org/officeDocument/2006/relationships/tags" Target="../tags/tag407.xml"/><Relationship Id="rId33" Type="http://schemas.openxmlformats.org/officeDocument/2006/relationships/tags" Target="../tags/tag406.xml"/><Relationship Id="rId32" Type="http://schemas.openxmlformats.org/officeDocument/2006/relationships/tags" Target="../tags/tag405.xml"/><Relationship Id="rId31" Type="http://schemas.openxmlformats.org/officeDocument/2006/relationships/tags" Target="../tags/tag404.xml"/><Relationship Id="rId30" Type="http://schemas.openxmlformats.org/officeDocument/2006/relationships/tags" Target="../tags/tag403.xml"/><Relationship Id="rId3" Type="http://schemas.openxmlformats.org/officeDocument/2006/relationships/image" Target="../media/image3.png"/><Relationship Id="rId29" Type="http://schemas.openxmlformats.org/officeDocument/2006/relationships/tags" Target="../tags/tag402.xml"/><Relationship Id="rId28" Type="http://schemas.openxmlformats.org/officeDocument/2006/relationships/tags" Target="../tags/tag401.xml"/><Relationship Id="rId27" Type="http://schemas.openxmlformats.org/officeDocument/2006/relationships/tags" Target="../tags/tag400.xml"/><Relationship Id="rId26" Type="http://schemas.openxmlformats.org/officeDocument/2006/relationships/tags" Target="../tags/tag399.xml"/><Relationship Id="rId25" Type="http://schemas.openxmlformats.org/officeDocument/2006/relationships/tags" Target="../tags/tag398.xml"/><Relationship Id="rId24" Type="http://schemas.openxmlformats.org/officeDocument/2006/relationships/tags" Target="../tags/tag397.xml"/><Relationship Id="rId23" Type="http://schemas.openxmlformats.org/officeDocument/2006/relationships/tags" Target="../tags/tag396.xml"/><Relationship Id="rId22" Type="http://schemas.openxmlformats.org/officeDocument/2006/relationships/tags" Target="../tags/tag395.xml"/><Relationship Id="rId21" Type="http://schemas.openxmlformats.org/officeDocument/2006/relationships/tags" Target="../tags/tag394.xml"/><Relationship Id="rId20" Type="http://schemas.openxmlformats.org/officeDocument/2006/relationships/tags" Target="../tags/tag393.xml"/><Relationship Id="rId2" Type="http://schemas.openxmlformats.org/officeDocument/2006/relationships/tags" Target="../tags/tag377.xml"/><Relationship Id="rId19" Type="http://schemas.openxmlformats.org/officeDocument/2006/relationships/tags" Target="../tags/tag392.xml"/><Relationship Id="rId18" Type="http://schemas.openxmlformats.org/officeDocument/2006/relationships/tags" Target="../tags/tag391.xml"/><Relationship Id="rId17" Type="http://schemas.openxmlformats.org/officeDocument/2006/relationships/tags" Target="../tags/tag390.xml"/><Relationship Id="rId16" Type="http://schemas.openxmlformats.org/officeDocument/2006/relationships/tags" Target="../tags/tag389.xml"/><Relationship Id="rId15" Type="http://schemas.openxmlformats.org/officeDocument/2006/relationships/tags" Target="../tags/tag388.xml"/><Relationship Id="rId14" Type="http://schemas.openxmlformats.org/officeDocument/2006/relationships/tags" Target="../tags/tag387.xml"/><Relationship Id="rId13" Type="http://schemas.openxmlformats.org/officeDocument/2006/relationships/tags" Target="../tags/tag386.xml"/><Relationship Id="rId12" Type="http://schemas.openxmlformats.org/officeDocument/2006/relationships/tags" Target="../tags/tag385.xml"/><Relationship Id="rId11" Type="http://schemas.openxmlformats.org/officeDocument/2006/relationships/tags" Target="../tags/tag384.xml"/><Relationship Id="rId10" Type="http://schemas.openxmlformats.org/officeDocument/2006/relationships/tags" Target="../tags/tag3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857250"/>
            <a:ext cx="1416011" cy="2285335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57531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443148" y="4568854"/>
            <a:ext cx="1415102" cy="1433801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129474"/>
            <a:ext cx="871276" cy="871276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649944" y="4374200"/>
            <a:ext cx="1136771" cy="568385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571500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675323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778669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82491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986314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090136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571500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675323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778669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82491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986314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090136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571500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675323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778669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82491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986314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090136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571500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675323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778669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82491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986314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090136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cxnSp>
        <p:nvCxnSpPr>
          <p:cNvPr id="43" name="直接连接符 42"/>
          <p:cNvCxnSpPr/>
          <p:nvPr userDrawn="1">
            <p:custDataLst>
              <p:tags r:id="rId33"/>
            </p:custDataLst>
          </p:nvPr>
        </p:nvCxnSpPr>
        <p:spPr>
          <a:xfrm>
            <a:off x="1638300" y="14859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>
            <a:off x="7036125" y="5608219"/>
            <a:ext cx="784588" cy="39229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5" name="任意多边形: 形状 12"/>
          <p:cNvSpPr/>
          <p:nvPr userDrawn="1">
            <p:custDataLst>
              <p:tags r:id="rId35"/>
            </p:custDataLst>
          </p:nvPr>
        </p:nvSpPr>
        <p:spPr>
          <a:xfrm flipH="1">
            <a:off x="8391049" y="1922145"/>
            <a:ext cx="752951" cy="1506379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7" name="任意多边形: 形状 81"/>
          <p:cNvSpPr/>
          <p:nvPr userDrawn="1">
            <p:custDataLst>
              <p:tags r:id="rId36"/>
            </p:custDataLst>
          </p:nvPr>
        </p:nvSpPr>
        <p:spPr>
          <a:xfrm>
            <a:off x="8217694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7"/>
            </p:custDataLst>
          </p:nvPr>
        </p:nvSpPr>
        <p:spPr>
          <a:xfrm>
            <a:off x="8321516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8"/>
            </p:custDataLst>
          </p:nvPr>
        </p:nvSpPr>
        <p:spPr>
          <a:xfrm>
            <a:off x="8424863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9"/>
            </p:custDataLst>
          </p:nvPr>
        </p:nvSpPr>
        <p:spPr>
          <a:xfrm>
            <a:off x="8528685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40"/>
            </p:custDataLst>
          </p:nvPr>
        </p:nvSpPr>
        <p:spPr>
          <a:xfrm>
            <a:off x="8632508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1"/>
            </p:custDataLst>
          </p:nvPr>
        </p:nvSpPr>
        <p:spPr>
          <a:xfrm>
            <a:off x="8736330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2"/>
            </p:custDataLst>
          </p:nvPr>
        </p:nvSpPr>
        <p:spPr>
          <a:xfrm>
            <a:off x="8217694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3"/>
            </p:custDataLst>
          </p:nvPr>
        </p:nvSpPr>
        <p:spPr>
          <a:xfrm>
            <a:off x="8321516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4"/>
            </p:custDataLst>
          </p:nvPr>
        </p:nvSpPr>
        <p:spPr>
          <a:xfrm>
            <a:off x="8424863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5"/>
            </p:custDataLst>
          </p:nvPr>
        </p:nvSpPr>
        <p:spPr>
          <a:xfrm>
            <a:off x="8528685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6"/>
            </p:custDataLst>
          </p:nvPr>
        </p:nvSpPr>
        <p:spPr>
          <a:xfrm>
            <a:off x="8632508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7"/>
            </p:custDataLst>
          </p:nvPr>
        </p:nvSpPr>
        <p:spPr>
          <a:xfrm>
            <a:off x="8736330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8"/>
            </p:custDataLst>
          </p:nvPr>
        </p:nvSpPr>
        <p:spPr>
          <a:xfrm>
            <a:off x="8217694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9"/>
            </p:custDataLst>
          </p:nvPr>
        </p:nvSpPr>
        <p:spPr>
          <a:xfrm>
            <a:off x="8321516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50"/>
            </p:custDataLst>
          </p:nvPr>
        </p:nvSpPr>
        <p:spPr>
          <a:xfrm>
            <a:off x="8424863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1"/>
            </p:custDataLst>
          </p:nvPr>
        </p:nvSpPr>
        <p:spPr>
          <a:xfrm>
            <a:off x="8528685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2"/>
            </p:custDataLst>
          </p:nvPr>
        </p:nvSpPr>
        <p:spPr>
          <a:xfrm>
            <a:off x="8632508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3"/>
            </p:custDataLst>
          </p:nvPr>
        </p:nvSpPr>
        <p:spPr>
          <a:xfrm>
            <a:off x="8736330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4"/>
            </p:custDataLst>
          </p:nvPr>
        </p:nvSpPr>
        <p:spPr>
          <a:xfrm>
            <a:off x="8217694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5"/>
            </p:custDataLst>
          </p:nvPr>
        </p:nvSpPr>
        <p:spPr>
          <a:xfrm>
            <a:off x="8321516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6"/>
            </p:custDataLst>
          </p:nvPr>
        </p:nvSpPr>
        <p:spPr>
          <a:xfrm>
            <a:off x="8424863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7"/>
            </p:custDataLst>
          </p:nvPr>
        </p:nvSpPr>
        <p:spPr>
          <a:xfrm>
            <a:off x="8528685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8"/>
            </p:custDataLst>
          </p:nvPr>
        </p:nvSpPr>
        <p:spPr>
          <a:xfrm>
            <a:off x="8632508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9"/>
            </p:custDataLst>
          </p:nvPr>
        </p:nvSpPr>
        <p:spPr>
          <a:xfrm>
            <a:off x="8736330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0"/>
            </p:custDataLst>
          </p:nvPr>
        </p:nvSpPr>
        <p:spPr>
          <a:xfrm>
            <a:off x="628650" y="2099250"/>
            <a:ext cx="7886700" cy="135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1"/>
            </p:custDataLst>
          </p:nvPr>
        </p:nvSpPr>
        <p:spPr>
          <a:xfrm>
            <a:off x="628650" y="3636140"/>
            <a:ext cx="7886700" cy="65011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2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4"/>
            </p:custDataLst>
          </p:nvPr>
        </p:nvSpPr>
        <p:spPr>
          <a:xfrm>
            <a:off x="6457950" y="5624513"/>
            <a:ext cx="2057400" cy="273844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5"/>
            </p:custDataLst>
          </p:nvPr>
        </p:nvSpPr>
        <p:spPr>
          <a:xfrm>
            <a:off x="3586231" y="4296878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8" hasCustomPrompt="1"/>
            <p:custDataLst>
              <p:tags r:id="rId66"/>
            </p:custDataLst>
          </p:nvPr>
        </p:nvSpPr>
        <p:spPr>
          <a:xfrm>
            <a:off x="365078" y="11048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9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75" name="文本占位符 13"/>
          <p:cNvSpPr>
            <a:spLocks noGrp="1"/>
          </p:cNvSpPr>
          <p:nvPr>
            <p:ph type="body" sz="quarter" idx="14" hasCustomPrompt="1"/>
            <p:custDataLst>
              <p:tags r:id="rId67"/>
            </p:custDataLst>
          </p:nvPr>
        </p:nvSpPr>
        <p:spPr>
          <a:xfrm>
            <a:off x="6618923" y="1101899"/>
            <a:ext cx="2160000" cy="3780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9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1469195"/>
            <a:ext cx="2257865" cy="4299440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fontAlgn="auto"/>
            <a:endParaRPr lang="zh-CN" altLang="en-US" sz="135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9" name="任意多边形: 形状 108"/>
          <p:cNvSpPr/>
          <p:nvPr userDrawn="1">
            <p:custDataLst>
              <p:tags r:id="rId3"/>
            </p:custDataLst>
          </p:nvPr>
        </p:nvSpPr>
        <p:spPr>
          <a:xfrm>
            <a:off x="764858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0" name="任意多边形: 形状 109"/>
          <p:cNvSpPr/>
          <p:nvPr userDrawn="1">
            <p:custDataLst>
              <p:tags r:id="rId4"/>
            </p:custDataLst>
          </p:nvPr>
        </p:nvSpPr>
        <p:spPr>
          <a:xfrm>
            <a:off x="927735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1" name="任意多边形: 形状 110"/>
          <p:cNvSpPr/>
          <p:nvPr userDrawn="1">
            <p:custDataLst>
              <p:tags r:id="rId5"/>
            </p:custDataLst>
          </p:nvPr>
        </p:nvSpPr>
        <p:spPr>
          <a:xfrm>
            <a:off x="1091089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2" name="任意多边形: 形状 111"/>
          <p:cNvSpPr/>
          <p:nvPr userDrawn="1">
            <p:custDataLst>
              <p:tags r:id="rId6"/>
            </p:custDataLst>
          </p:nvPr>
        </p:nvSpPr>
        <p:spPr>
          <a:xfrm>
            <a:off x="1254443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3" name="任意多边形: 形状 112"/>
          <p:cNvSpPr/>
          <p:nvPr userDrawn="1">
            <p:custDataLst>
              <p:tags r:id="rId7"/>
            </p:custDataLst>
          </p:nvPr>
        </p:nvSpPr>
        <p:spPr>
          <a:xfrm>
            <a:off x="1417320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4" name="任意多边形: 形状 113"/>
          <p:cNvSpPr/>
          <p:nvPr userDrawn="1">
            <p:custDataLst>
              <p:tags r:id="rId8"/>
            </p:custDataLst>
          </p:nvPr>
        </p:nvSpPr>
        <p:spPr>
          <a:xfrm>
            <a:off x="1580674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3" name="任意多边形: 形状 102"/>
          <p:cNvSpPr/>
          <p:nvPr userDrawn="1">
            <p:custDataLst>
              <p:tags r:id="rId9"/>
            </p:custDataLst>
          </p:nvPr>
        </p:nvSpPr>
        <p:spPr>
          <a:xfrm>
            <a:off x="764858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4" name="任意多边形: 形状 103"/>
          <p:cNvSpPr/>
          <p:nvPr userDrawn="1">
            <p:custDataLst>
              <p:tags r:id="rId10"/>
            </p:custDataLst>
          </p:nvPr>
        </p:nvSpPr>
        <p:spPr>
          <a:xfrm>
            <a:off x="927735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5" name="任意多边形: 形状 104"/>
          <p:cNvSpPr/>
          <p:nvPr userDrawn="1">
            <p:custDataLst>
              <p:tags r:id="rId11"/>
            </p:custDataLst>
          </p:nvPr>
        </p:nvSpPr>
        <p:spPr>
          <a:xfrm>
            <a:off x="1091089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6" name="任意多边形: 形状 105"/>
          <p:cNvSpPr/>
          <p:nvPr userDrawn="1">
            <p:custDataLst>
              <p:tags r:id="rId12"/>
            </p:custDataLst>
          </p:nvPr>
        </p:nvSpPr>
        <p:spPr>
          <a:xfrm>
            <a:off x="1254443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7" name="任意多边形: 形状 106"/>
          <p:cNvSpPr/>
          <p:nvPr userDrawn="1">
            <p:custDataLst>
              <p:tags r:id="rId13"/>
            </p:custDataLst>
          </p:nvPr>
        </p:nvSpPr>
        <p:spPr>
          <a:xfrm>
            <a:off x="1417320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1580674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7" name="任意多边形: 形状 96"/>
          <p:cNvSpPr/>
          <p:nvPr userDrawn="1">
            <p:custDataLst>
              <p:tags r:id="rId15"/>
            </p:custDataLst>
          </p:nvPr>
        </p:nvSpPr>
        <p:spPr>
          <a:xfrm>
            <a:off x="764858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8" name="任意多边形: 形状 97"/>
          <p:cNvSpPr/>
          <p:nvPr userDrawn="1">
            <p:custDataLst>
              <p:tags r:id="rId16"/>
            </p:custDataLst>
          </p:nvPr>
        </p:nvSpPr>
        <p:spPr>
          <a:xfrm>
            <a:off x="927735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9" name="任意多边形: 形状 98"/>
          <p:cNvSpPr/>
          <p:nvPr userDrawn="1">
            <p:custDataLst>
              <p:tags r:id="rId17"/>
            </p:custDataLst>
          </p:nvPr>
        </p:nvSpPr>
        <p:spPr>
          <a:xfrm>
            <a:off x="1091089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0" name="任意多边形: 形状 99"/>
          <p:cNvSpPr/>
          <p:nvPr userDrawn="1">
            <p:custDataLst>
              <p:tags r:id="rId18"/>
            </p:custDataLst>
          </p:nvPr>
        </p:nvSpPr>
        <p:spPr>
          <a:xfrm>
            <a:off x="1254443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1" name="任意多边形: 形状 100"/>
          <p:cNvSpPr/>
          <p:nvPr userDrawn="1">
            <p:custDataLst>
              <p:tags r:id="rId19"/>
            </p:custDataLst>
          </p:nvPr>
        </p:nvSpPr>
        <p:spPr>
          <a:xfrm>
            <a:off x="1417320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2" name="任意多边形: 形状 101"/>
          <p:cNvSpPr/>
          <p:nvPr userDrawn="1">
            <p:custDataLst>
              <p:tags r:id="rId20"/>
            </p:custDataLst>
          </p:nvPr>
        </p:nvSpPr>
        <p:spPr>
          <a:xfrm>
            <a:off x="1580674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21"/>
            </p:custDataLst>
          </p:nvPr>
        </p:nvSpPr>
        <p:spPr>
          <a:xfrm>
            <a:off x="764858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2" name="任意多边形: 形状 91"/>
          <p:cNvSpPr/>
          <p:nvPr userDrawn="1">
            <p:custDataLst>
              <p:tags r:id="rId22"/>
            </p:custDataLst>
          </p:nvPr>
        </p:nvSpPr>
        <p:spPr>
          <a:xfrm>
            <a:off x="927735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3" name="任意多边形: 形状 92"/>
          <p:cNvSpPr/>
          <p:nvPr userDrawn="1">
            <p:custDataLst>
              <p:tags r:id="rId23"/>
            </p:custDataLst>
          </p:nvPr>
        </p:nvSpPr>
        <p:spPr>
          <a:xfrm>
            <a:off x="1091089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4" name="任意多边形: 形状 93"/>
          <p:cNvSpPr/>
          <p:nvPr userDrawn="1">
            <p:custDataLst>
              <p:tags r:id="rId24"/>
            </p:custDataLst>
          </p:nvPr>
        </p:nvSpPr>
        <p:spPr>
          <a:xfrm>
            <a:off x="1254443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5" name="任意多边形: 形状 94"/>
          <p:cNvSpPr/>
          <p:nvPr userDrawn="1">
            <p:custDataLst>
              <p:tags r:id="rId25"/>
            </p:custDataLst>
          </p:nvPr>
        </p:nvSpPr>
        <p:spPr>
          <a:xfrm>
            <a:off x="1417320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6" name="任意多边形: 形状 95"/>
          <p:cNvSpPr/>
          <p:nvPr userDrawn="1">
            <p:custDataLst>
              <p:tags r:id="rId26"/>
            </p:custDataLst>
          </p:nvPr>
        </p:nvSpPr>
        <p:spPr>
          <a:xfrm>
            <a:off x="1580674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27"/>
            </p:custDataLst>
          </p:nvPr>
        </p:nvSpPr>
        <p:spPr>
          <a:xfrm>
            <a:off x="8162274" y="4978055"/>
            <a:ext cx="981726" cy="1022695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28"/>
            </p:custDataLst>
          </p:nvPr>
        </p:nvSpPr>
        <p:spPr>
          <a:xfrm>
            <a:off x="7877404" y="5677490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124" name="直接连接符 123"/>
          <p:cNvCxnSpPr/>
          <p:nvPr>
            <p:custDataLst>
              <p:tags r:id="rId29"/>
            </p:custDataLst>
          </p:nvPr>
        </p:nvCxnSpPr>
        <p:spPr>
          <a:xfrm>
            <a:off x="3502855" y="4975738"/>
            <a:ext cx="464233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0"/>
            </p:custDataLst>
          </p:nvPr>
        </p:nvSpPr>
        <p:spPr>
          <a:xfrm>
            <a:off x="54780" y="2556826"/>
            <a:ext cx="1525809" cy="2016598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7011027" y="1469619"/>
            <a:ext cx="2132973" cy="4298593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fontAlgn="auto"/>
            <a:endParaRPr lang="zh-CN" altLang="en-US" sz="135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7541419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7704773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7867650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8031004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8193881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8357235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7541419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7704773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7867650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8031004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8193881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8357235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7541419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7704773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7867650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8031004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8193881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8357235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7541419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7704773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7867650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8031004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8193881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8357235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154781" y="5334423"/>
            <a:ext cx="1007537" cy="6668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350"/>
          </a:p>
        </p:txBody>
      </p: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162318" y="5753100"/>
            <a:ext cx="642910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806801" y="5677175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1185854" y="1382751"/>
            <a:ext cx="4952732" cy="3744029"/>
          </a:xfrm>
        </p:spPr>
        <p:txBody>
          <a:bodyPr anchor="ctr">
            <a:normAutofit/>
          </a:bodyPr>
          <a:lstStyle>
            <a:lvl1pPr algn="l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4"/>
            </p:custDataLst>
          </p:nvPr>
        </p:nvSpPr>
        <p:spPr>
          <a:xfrm>
            <a:off x="7702762" y="2777490"/>
            <a:ext cx="1224359" cy="1402205"/>
          </a:xfr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857250"/>
            <a:ext cx="1416011" cy="2285335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57531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384256" y="4791551"/>
            <a:ext cx="1189196" cy="1205389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flipH="1">
            <a:off x="8324850" y="1922145"/>
            <a:ext cx="819150" cy="1637824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8217694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8321516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8424863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8528685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632508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8736330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8217694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8321516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8424863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8528685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632508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8736330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8217694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8321516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8424863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8528685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632508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8736330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8217694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8321516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8424863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8528685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632508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8736330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0" y="5129474"/>
            <a:ext cx="871276" cy="871276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44" name="直接连接符 43"/>
          <p:cNvCxnSpPr/>
          <p:nvPr userDrawn="1">
            <p:custDataLst>
              <p:tags r:id="rId33"/>
            </p:custDataLst>
          </p:nvPr>
        </p:nvCxnSpPr>
        <p:spPr>
          <a:xfrm>
            <a:off x="1638300" y="14859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>
            <p:custDataLst>
              <p:tags r:id="rId34"/>
            </p:custDataLst>
          </p:nvPr>
        </p:nvSpPr>
        <p:spPr>
          <a:xfrm>
            <a:off x="7036125" y="5608219"/>
            <a:ext cx="784588" cy="39229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5"/>
            </p:custDataLst>
          </p:nvPr>
        </p:nvSpPr>
        <p:spPr>
          <a:xfrm>
            <a:off x="1668932" y="1682585"/>
            <a:ext cx="5817719" cy="207269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6" name="文本占位符 9"/>
          <p:cNvSpPr>
            <a:spLocks noGrp="1"/>
          </p:cNvSpPr>
          <p:nvPr>
            <p:ph type="body" sz="quarter" idx="18" hasCustomPrompt="1"/>
            <p:custDataLst>
              <p:tags r:id="rId39"/>
            </p:custDataLst>
          </p:nvPr>
        </p:nvSpPr>
        <p:spPr>
          <a:xfrm>
            <a:off x="365078" y="11048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9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47" name="文本占位符 23"/>
          <p:cNvSpPr>
            <a:spLocks noGrp="1"/>
          </p:cNvSpPr>
          <p:nvPr>
            <p:ph type="body" sz="quarter" idx="19" hasCustomPrompt="1"/>
            <p:custDataLst>
              <p:tags r:id="rId40"/>
            </p:custDataLst>
          </p:nvPr>
        </p:nvSpPr>
        <p:spPr>
          <a:xfrm>
            <a:off x="3586231" y="4011598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857250"/>
            <a:ext cx="1416011" cy="2285335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57531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443148" y="4568854"/>
            <a:ext cx="1415102" cy="1433801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129474"/>
            <a:ext cx="871276" cy="871276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649944" y="4374200"/>
            <a:ext cx="1136771" cy="568385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571500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675323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778669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82491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986314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090136" y="3990975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571500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675323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778669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82491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986314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090136" y="4191000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571500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675323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778669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82491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986314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090136" y="439054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571500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675323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778669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82491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986314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090136" y="459057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cxnSp>
        <p:nvCxnSpPr>
          <p:cNvPr id="43" name="直接连接符 42"/>
          <p:cNvCxnSpPr/>
          <p:nvPr userDrawn="1">
            <p:custDataLst>
              <p:tags r:id="rId33"/>
            </p:custDataLst>
          </p:nvPr>
        </p:nvCxnSpPr>
        <p:spPr>
          <a:xfrm>
            <a:off x="1638300" y="14859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>
            <a:off x="7036125" y="5608219"/>
            <a:ext cx="784588" cy="39229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5" name="任意多边形: 形状 12"/>
          <p:cNvSpPr/>
          <p:nvPr userDrawn="1">
            <p:custDataLst>
              <p:tags r:id="rId35"/>
            </p:custDataLst>
          </p:nvPr>
        </p:nvSpPr>
        <p:spPr>
          <a:xfrm flipH="1">
            <a:off x="8391049" y="1922145"/>
            <a:ext cx="752951" cy="1506379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47" name="任意多边形: 形状 81"/>
          <p:cNvSpPr/>
          <p:nvPr userDrawn="1">
            <p:custDataLst>
              <p:tags r:id="rId36"/>
            </p:custDataLst>
          </p:nvPr>
        </p:nvSpPr>
        <p:spPr>
          <a:xfrm>
            <a:off x="8217694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7"/>
            </p:custDataLst>
          </p:nvPr>
        </p:nvSpPr>
        <p:spPr>
          <a:xfrm>
            <a:off x="8321516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8"/>
            </p:custDataLst>
          </p:nvPr>
        </p:nvSpPr>
        <p:spPr>
          <a:xfrm>
            <a:off x="8424863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9"/>
            </p:custDataLst>
          </p:nvPr>
        </p:nvSpPr>
        <p:spPr>
          <a:xfrm>
            <a:off x="8528685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40"/>
            </p:custDataLst>
          </p:nvPr>
        </p:nvSpPr>
        <p:spPr>
          <a:xfrm>
            <a:off x="8632508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1"/>
            </p:custDataLst>
          </p:nvPr>
        </p:nvSpPr>
        <p:spPr>
          <a:xfrm>
            <a:off x="8736330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2"/>
            </p:custDataLst>
          </p:nvPr>
        </p:nvSpPr>
        <p:spPr>
          <a:xfrm>
            <a:off x="8217694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3"/>
            </p:custDataLst>
          </p:nvPr>
        </p:nvSpPr>
        <p:spPr>
          <a:xfrm>
            <a:off x="8321516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4"/>
            </p:custDataLst>
          </p:nvPr>
        </p:nvSpPr>
        <p:spPr>
          <a:xfrm>
            <a:off x="8424863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5"/>
            </p:custDataLst>
          </p:nvPr>
        </p:nvSpPr>
        <p:spPr>
          <a:xfrm>
            <a:off x="8528685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6"/>
            </p:custDataLst>
          </p:nvPr>
        </p:nvSpPr>
        <p:spPr>
          <a:xfrm>
            <a:off x="8632508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7"/>
            </p:custDataLst>
          </p:nvPr>
        </p:nvSpPr>
        <p:spPr>
          <a:xfrm>
            <a:off x="8736330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8"/>
            </p:custDataLst>
          </p:nvPr>
        </p:nvSpPr>
        <p:spPr>
          <a:xfrm>
            <a:off x="8217694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9"/>
            </p:custDataLst>
          </p:nvPr>
        </p:nvSpPr>
        <p:spPr>
          <a:xfrm>
            <a:off x="8321516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50"/>
            </p:custDataLst>
          </p:nvPr>
        </p:nvSpPr>
        <p:spPr>
          <a:xfrm>
            <a:off x="8424863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1"/>
            </p:custDataLst>
          </p:nvPr>
        </p:nvSpPr>
        <p:spPr>
          <a:xfrm>
            <a:off x="8528685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2"/>
            </p:custDataLst>
          </p:nvPr>
        </p:nvSpPr>
        <p:spPr>
          <a:xfrm>
            <a:off x="8632508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3"/>
            </p:custDataLst>
          </p:nvPr>
        </p:nvSpPr>
        <p:spPr>
          <a:xfrm>
            <a:off x="8736330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4"/>
            </p:custDataLst>
          </p:nvPr>
        </p:nvSpPr>
        <p:spPr>
          <a:xfrm>
            <a:off x="8217694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5"/>
            </p:custDataLst>
          </p:nvPr>
        </p:nvSpPr>
        <p:spPr>
          <a:xfrm>
            <a:off x="8321516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6"/>
            </p:custDataLst>
          </p:nvPr>
        </p:nvSpPr>
        <p:spPr>
          <a:xfrm>
            <a:off x="8424863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7"/>
            </p:custDataLst>
          </p:nvPr>
        </p:nvSpPr>
        <p:spPr>
          <a:xfrm>
            <a:off x="8528685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8"/>
            </p:custDataLst>
          </p:nvPr>
        </p:nvSpPr>
        <p:spPr>
          <a:xfrm>
            <a:off x="8632508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9"/>
            </p:custDataLst>
          </p:nvPr>
        </p:nvSpPr>
        <p:spPr>
          <a:xfrm>
            <a:off x="8736330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0"/>
            </p:custDataLst>
          </p:nvPr>
        </p:nvSpPr>
        <p:spPr>
          <a:xfrm>
            <a:off x="628650" y="2099250"/>
            <a:ext cx="7886700" cy="135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1"/>
            </p:custDataLst>
          </p:nvPr>
        </p:nvSpPr>
        <p:spPr>
          <a:xfrm>
            <a:off x="628650" y="3636140"/>
            <a:ext cx="7886700" cy="65011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2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4"/>
            </p:custDataLst>
          </p:nvPr>
        </p:nvSpPr>
        <p:spPr>
          <a:xfrm>
            <a:off x="6457950" y="5624513"/>
            <a:ext cx="2057400" cy="273844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5"/>
            </p:custDataLst>
          </p:nvPr>
        </p:nvSpPr>
        <p:spPr>
          <a:xfrm>
            <a:off x="3586231" y="4296878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8" hasCustomPrompt="1"/>
            <p:custDataLst>
              <p:tags r:id="rId66"/>
            </p:custDataLst>
          </p:nvPr>
        </p:nvSpPr>
        <p:spPr>
          <a:xfrm>
            <a:off x="365078" y="11048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75" name="文本占位符 13"/>
          <p:cNvSpPr>
            <a:spLocks noGrp="1"/>
          </p:cNvSpPr>
          <p:nvPr>
            <p:ph type="body" sz="quarter" idx="14" hasCustomPrompt="1"/>
            <p:custDataLst>
              <p:tags r:id="rId67"/>
            </p:custDataLst>
          </p:nvPr>
        </p:nvSpPr>
        <p:spPr>
          <a:xfrm>
            <a:off x="6618923" y="1101899"/>
            <a:ext cx="2160000" cy="3780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1469195"/>
            <a:ext cx="2257865" cy="4299440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fontAlgn="auto"/>
            <a:endParaRPr lang="zh-CN" altLang="en-US" sz="135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9" name="任意多边形: 形状 108"/>
          <p:cNvSpPr/>
          <p:nvPr userDrawn="1">
            <p:custDataLst>
              <p:tags r:id="rId3"/>
            </p:custDataLst>
          </p:nvPr>
        </p:nvSpPr>
        <p:spPr>
          <a:xfrm>
            <a:off x="764858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0" name="任意多边形: 形状 109"/>
          <p:cNvSpPr/>
          <p:nvPr userDrawn="1">
            <p:custDataLst>
              <p:tags r:id="rId4"/>
            </p:custDataLst>
          </p:nvPr>
        </p:nvSpPr>
        <p:spPr>
          <a:xfrm>
            <a:off x="927735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1" name="任意多边形: 形状 110"/>
          <p:cNvSpPr/>
          <p:nvPr userDrawn="1">
            <p:custDataLst>
              <p:tags r:id="rId5"/>
            </p:custDataLst>
          </p:nvPr>
        </p:nvSpPr>
        <p:spPr>
          <a:xfrm>
            <a:off x="1091089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2" name="任意多边形: 形状 111"/>
          <p:cNvSpPr/>
          <p:nvPr userDrawn="1">
            <p:custDataLst>
              <p:tags r:id="rId6"/>
            </p:custDataLst>
          </p:nvPr>
        </p:nvSpPr>
        <p:spPr>
          <a:xfrm>
            <a:off x="1254443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3" name="任意多边形: 形状 112"/>
          <p:cNvSpPr/>
          <p:nvPr userDrawn="1">
            <p:custDataLst>
              <p:tags r:id="rId7"/>
            </p:custDataLst>
          </p:nvPr>
        </p:nvSpPr>
        <p:spPr>
          <a:xfrm>
            <a:off x="1417320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4" name="任意多边形: 形状 113"/>
          <p:cNvSpPr/>
          <p:nvPr userDrawn="1">
            <p:custDataLst>
              <p:tags r:id="rId8"/>
            </p:custDataLst>
          </p:nvPr>
        </p:nvSpPr>
        <p:spPr>
          <a:xfrm>
            <a:off x="1580674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3" name="任意多边形: 形状 102"/>
          <p:cNvSpPr/>
          <p:nvPr userDrawn="1">
            <p:custDataLst>
              <p:tags r:id="rId9"/>
            </p:custDataLst>
          </p:nvPr>
        </p:nvSpPr>
        <p:spPr>
          <a:xfrm>
            <a:off x="764858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4" name="任意多边形: 形状 103"/>
          <p:cNvSpPr/>
          <p:nvPr userDrawn="1">
            <p:custDataLst>
              <p:tags r:id="rId10"/>
            </p:custDataLst>
          </p:nvPr>
        </p:nvSpPr>
        <p:spPr>
          <a:xfrm>
            <a:off x="927735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5" name="任意多边形: 形状 104"/>
          <p:cNvSpPr/>
          <p:nvPr userDrawn="1">
            <p:custDataLst>
              <p:tags r:id="rId11"/>
            </p:custDataLst>
          </p:nvPr>
        </p:nvSpPr>
        <p:spPr>
          <a:xfrm>
            <a:off x="1091089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6" name="任意多边形: 形状 105"/>
          <p:cNvSpPr/>
          <p:nvPr userDrawn="1">
            <p:custDataLst>
              <p:tags r:id="rId12"/>
            </p:custDataLst>
          </p:nvPr>
        </p:nvSpPr>
        <p:spPr>
          <a:xfrm>
            <a:off x="1254443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7" name="任意多边形: 形状 106"/>
          <p:cNvSpPr/>
          <p:nvPr userDrawn="1">
            <p:custDataLst>
              <p:tags r:id="rId13"/>
            </p:custDataLst>
          </p:nvPr>
        </p:nvSpPr>
        <p:spPr>
          <a:xfrm>
            <a:off x="1417320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1580674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7" name="任意多边形: 形状 96"/>
          <p:cNvSpPr/>
          <p:nvPr userDrawn="1">
            <p:custDataLst>
              <p:tags r:id="rId15"/>
            </p:custDataLst>
          </p:nvPr>
        </p:nvSpPr>
        <p:spPr>
          <a:xfrm>
            <a:off x="764858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8" name="任意多边形: 形状 97"/>
          <p:cNvSpPr/>
          <p:nvPr userDrawn="1">
            <p:custDataLst>
              <p:tags r:id="rId16"/>
            </p:custDataLst>
          </p:nvPr>
        </p:nvSpPr>
        <p:spPr>
          <a:xfrm>
            <a:off x="927735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9" name="任意多边形: 形状 98"/>
          <p:cNvSpPr/>
          <p:nvPr userDrawn="1">
            <p:custDataLst>
              <p:tags r:id="rId17"/>
            </p:custDataLst>
          </p:nvPr>
        </p:nvSpPr>
        <p:spPr>
          <a:xfrm>
            <a:off x="1091089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0" name="任意多边形: 形状 99"/>
          <p:cNvSpPr/>
          <p:nvPr userDrawn="1">
            <p:custDataLst>
              <p:tags r:id="rId18"/>
            </p:custDataLst>
          </p:nvPr>
        </p:nvSpPr>
        <p:spPr>
          <a:xfrm>
            <a:off x="1254443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1" name="任意多边形: 形状 100"/>
          <p:cNvSpPr/>
          <p:nvPr userDrawn="1">
            <p:custDataLst>
              <p:tags r:id="rId19"/>
            </p:custDataLst>
          </p:nvPr>
        </p:nvSpPr>
        <p:spPr>
          <a:xfrm>
            <a:off x="1417320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02" name="任意多边形: 形状 101"/>
          <p:cNvSpPr/>
          <p:nvPr userDrawn="1">
            <p:custDataLst>
              <p:tags r:id="rId20"/>
            </p:custDataLst>
          </p:nvPr>
        </p:nvSpPr>
        <p:spPr>
          <a:xfrm>
            <a:off x="1580674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21"/>
            </p:custDataLst>
          </p:nvPr>
        </p:nvSpPr>
        <p:spPr>
          <a:xfrm>
            <a:off x="764858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2" name="任意多边形: 形状 91"/>
          <p:cNvSpPr/>
          <p:nvPr userDrawn="1">
            <p:custDataLst>
              <p:tags r:id="rId22"/>
            </p:custDataLst>
          </p:nvPr>
        </p:nvSpPr>
        <p:spPr>
          <a:xfrm>
            <a:off x="927735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3" name="任意多边形: 形状 92"/>
          <p:cNvSpPr/>
          <p:nvPr userDrawn="1">
            <p:custDataLst>
              <p:tags r:id="rId23"/>
            </p:custDataLst>
          </p:nvPr>
        </p:nvSpPr>
        <p:spPr>
          <a:xfrm>
            <a:off x="1091089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4" name="任意多边形: 形状 93"/>
          <p:cNvSpPr/>
          <p:nvPr userDrawn="1">
            <p:custDataLst>
              <p:tags r:id="rId24"/>
            </p:custDataLst>
          </p:nvPr>
        </p:nvSpPr>
        <p:spPr>
          <a:xfrm>
            <a:off x="1254443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5" name="任意多边形: 形状 94"/>
          <p:cNvSpPr/>
          <p:nvPr userDrawn="1">
            <p:custDataLst>
              <p:tags r:id="rId25"/>
            </p:custDataLst>
          </p:nvPr>
        </p:nvSpPr>
        <p:spPr>
          <a:xfrm>
            <a:off x="1417320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96" name="任意多边形: 形状 95"/>
          <p:cNvSpPr/>
          <p:nvPr userDrawn="1">
            <p:custDataLst>
              <p:tags r:id="rId26"/>
            </p:custDataLst>
          </p:nvPr>
        </p:nvSpPr>
        <p:spPr>
          <a:xfrm>
            <a:off x="1580674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27"/>
            </p:custDataLst>
          </p:nvPr>
        </p:nvSpPr>
        <p:spPr>
          <a:xfrm>
            <a:off x="8162274" y="4978055"/>
            <a:ext cx="981726" cy="1022695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28"/>
            </p:custDataLst>
          </p:nvPr>
        </p:nvSpPr>
        <p:spPr>
          <a:xfrm>
            <a:off x="7877404" y="5677490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124" name="直接连接符 123"/>
          <p:cNvCxnSpPr/>
          <p:nvPr>
            <p:custDataLst>
              <p:tags r:id="rId29"/>
            </p:custDataLst>
          </p:nvPr>
        </p:nvCxnSpPr>
        <p:spPr>
          <a:xfrm>
            <a:off x="3502855" y="4975738"/>
            <a:ext cx="464233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0"/>
            </p:custDataLst>
          </p:nvPr>
        </p:nvSpPr>
        <p:spPr>
          <a:xfrm>
            <a:off x="54780" y="2556826"/>
            <a:ext cx="1525809" cy="2016598"/>
          </a:xfrm>
        </p:spPr>
        <p:txBody>
          <a:bodyPr anchor="ctr">
            <a:noAutofit/>
          </a:bodyPr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7011027" y="1469619"/>
            <a:ext cx="2132973" cy="4298593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fontAlgn="auto"/>
            <a:endParaRPr lang="zh-CN" altLang="en-US" sz="135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7541419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7704773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7867650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8031004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8193881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8357235" y="477916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7541419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7704773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7867650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8031004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8193881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8357235" y="4996339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7541419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7704773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7867650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8031004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8193881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8357235" y="522255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7541419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7704773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7867650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8031004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8193881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8357235" y="5448300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154781" y="5334423"/>
            <a:ext cx="1007537" cy="6668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350"/>
          </a:p>
        </p:txBody>
      </p: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162318" y="5753100"/>
            <a:ext cx="642910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806801" y="5677175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1185854" y="1382751"/>
            <a:ext cx="4952732" cy="3744029"/>
          </a:xfrm>
        </p:spPr>
        <p:txBody>
          <a:bodyPr anchor="ctr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4"/>
            </p:custDataLst>
          </p:nvPr>
        </p:nvSpPr>
        <p:spPr>
          <a:xfrm>
            <a:off x="7702762" y="2777490"/>
            <a:ext cx="1224359" cy="1402205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857250"/>
            <a:ext cx="1416011" cy="2285335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57531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384256" y="4791551"/>
            <a:ext cx="1189196" cy="1205389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flipH="1">
            <a:off x="8324850" y="1922145"/>
            <a:ext cx="819150" cy="1637824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8217694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8321516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8424863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8528685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632508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8736330" y="272176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8217694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8321516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8424863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8528685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632508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8736330" y="2921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8217694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8321516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8424863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8528685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632508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8736330" y="3121343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8217694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8321516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8424863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8528685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632508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8736330" y="3321368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noFill/>
              <a:latin typeface="+mn-lt"/>
              <a:ea typeface="+mn-ea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0" y="5129474"/>
            <a:ext cx="871276" cy="871276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44" name="直接连接符 43"/>
          <p:cNvCxnSpPr/>
          <p:nvPr userDrawn="1">
            <p:custDataLst>
              <p:tags r:id="rId33"/>
            </p:custDataLst>
          </p:nvPr>
        </p:nvCxnSpPr>
        <p:spPr>
          <a:xfrm>
            <a:off x="1638300" y="14859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>
            <p:custDataLst>
              <p:tags r:id="rId34"/>
            </p:custDataLst>
          </p:nvPr>
        </p:nvSpPr>
        <p:spPr>
          <a:xfrm>
            <a:off x="7036125" y="5608219"/>
            <a:ext cx="784588" cy="39229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5"/>
            </p:custDataLst>
          </p:nvPr>
        </p:nvSpPr>
        <p:spPr>
          <a:xfrm>
            <a:off x="1668932" y="1682585"/>
            <a:ext cx="5817719" cy="207269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6" name="文本占位符 9"/>
          <p:cNvSpPr>
            <a:spLocks noGrp="1"/>
          </p:cNvSpPr>
          <p:nvPr>
            <p:ph type="body" sz="quarter" idx="18" hasCustomPrompt="1"/>
            <p:custDataLst>
              <p:tags r:id="rId39"/>
            </p:custDataLst>
          </p:nvPr>
        </p:nvSpPr>
        <p:spPr>
          <a:xfrm>
            <a:off x="365078" y="11048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47" name="文本占位符 23"/>
          <p:cNvSpPr>
            <a:spLocks noGrp="1"/>
          </p:cNvSpPr>
          <p:nvPr>
            <p:ph type="body" sz="quarter" idx="19" hasCustomPrompt="1"/>
            <p:custDataLst>
              <p:tags r:id="rId40"/>
            </p:custDataLst>
          </p:nvPr>
        </p:nvSpPr>
        <p:spPr>
          <a:xfrm>
            <a:off x="3586231" y="4011598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424.xml"/><Relationship Id="rId21" Type="http://schemas.openxmlformats.org/officeDocument/2006/relationships/tags" Target="../tags/tag423.xml"/><Relationship Id="rId20" Type="http://schemas.openxmlformats.org/officeDocument/2006/relationships/tags" Target="../tags/tag42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421.xml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tags" Target="../tags/tag418.xml"/><Relationship Id="rId15" Type="http://schemas.openxmlformats.org/officeDocument/2006/relationships/tags" Target="../tags/tag417.xml"/><Relationship Id="rId14" Type="http://schemas.openxmlformats.org/officeDocument/2006/relationships/tags" Target="../tags/tag416.xml"/><Relationship Id="rId13" Type="http://schemas.openxmlformats.org/officeDocument/2006/relationships/tags" Target="../tags/tag415.xml"/><Relationship Id="rId12" Type="http://schemas.openxmlformats.org/officeDocument/2006/relationships/tags" Target="../tags/tag41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7"/>
            </p:custDataLst>
          </p:nvPr>
        </p:nvCxnSpPr>
        <p:spPr>
          <a:xfrm>
            <a:off x="613610" y="1700023"/>
            <a:ext cx="790174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 userDrawn="1">
            <p:custDataLst>
              <p:tags r:id="rId18"/>
            </p:custDataLst>
          </p:nvPr>
        </p:nvSpPr>
        <p:spPr>
          <a:xfrm>
            <a:off x="154912" y="5499206"/>
            <a:ext cx="1007406" cy="501545"/>
          </a:xfrm>
          <a:custGeom>
            <a:avLst/>
            <a:gdLst>
              <a:gd name="connsiteX0" fmla="*/ 671605 w 1343208"/>
              <a:gd name="connsiteY0" fmla="*/ 0 h 668726"/>
              <a:gd name="connsiteX1" fmla="*/ 1330834 w 1343208"/>
              <a:gd name="connsiteY1" fmla="*/ 544421 h 668726"/>
              <a:gd name="connsiteX2" fmla="*/ 1343208 w 1343208"/>
              <a:gd name="connsiteY2" fmla="*/ 668726 h 668726"/>
              <a:gd name="connsiteX3" fmla="*/ 0 w 1343208"/>
              <a:gd name="connsiteY3" fmla="*/ 668726 h 668726"/>
              <a:gd name="connsiteX4" fmla="*/ 12374 w 1343208"/>
              <a:gd name="connsiteY4" fmla="*/ 544421 h 668726"/>
              <a:gd name="connsiteX5" fmla="*/ 671605 w 1343208"/>
              <a:gd name="connsiteY5" fmla="*/ 0 h 66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3208" h="668726">
                <a:moveTo>
                  <a:pt x="671605" y="0"/>
                </a:moveTo>
                <a:cubicBezTo>
                  <a:pt x="996697" y="0"/>
                  <a:pt x="1268070" y="233786"/>
                  <a:pt x="1330834" y="544421"/>
                </a:cubicBezTo>
                <a:lnTo>
                  <a:pt x="1343208" y="668726"/>
                </a:lnTo>
                <a:lnTo>
                  <a:pt x="0" y="668726"/>
                </a:lnTo>
                <a:lnTo>
                  <a:pt x="12374" y="544421"/>
                </a:lnTo>
                <a:cubicBezTo>
                  <a:pt x="75138" y="233786"/>
                  <a:pt x="346512" y="0"/>
                  <a:pt x="671605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>
            <a:off x="1162318" y="5753100"/>
            <a:ext cx="676036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806801" y="5676272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 dirty="0">
              <a:latin typeface="+mn-lt"/>
              <a:ea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7739539" y="5400199"/>
            <a:ext cx="1404461" cy="600551"/>
          </a:xfrm>
          <a:custGeom>
            <a:avLst/>
            <a:gdLst>
              <a:gd name="connsiteX0" fmla="*/ 1267016 w 2192479"/>
              <a:gd name="connsiteY0" fmla="*/ 0 h 936989"/>
              <a:gd name="connsiteX1" fmla="*/ 2109873 w 2192479"/>
              <a:gd name="connsiteY1" fmla="*/ 302578 h 936989"/>
              <a:gd name="connsiteX2" fmla="*/ 2192479 w 2192479"/>
              <a:gd name="connsiteY2" fmla="*/ 377655 h 936989"/>
              <a:gd name="connsiteX3" fmla="*/ 2192479 w 2192479"/>
              <a:gd name="connsiteY3" fmla="*/ 936989 h 936989"/>
              <a:gd name="connsiteX4" fmla="*/ 0 w 2192479"/>
              <a:gd name="connsiteY4" fmla="*/ 936989 h 936989"/>
              <a:gd name="connsiteX5" fmla="*/ 1534 w 2192479"/>
              <a:gd name="connsiteY5" fmla="*/ 931024 h 936989"/>
              <a:gd name="connsiteX6" fmla="*/ 1267016 w 2192479"/>
              <a:gd name="connsiteY6" fmla="*/ 0 h 9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2479" h="936989">
                <a:moveTo>
                  <a:pt x="1267016" y="0"/>
                </a:moveTo>
                <a:cubicBezTo>
                  <a:pt x="1587182" y="0"/>
                  <a:pt x="1880826" y="113551"/>
                  <a:pt x="2109873" y="302578"/>
                </a:cubicBezTo>
                <a:lnTo>
                  <a:pt x="2192479" y="377655"/>
                </a:lnTo>
                <a:lnTo>
                  <a:pt x="2192479" y="936989"/>
                </a:lnTo>
                <a:lnTo>
                  <a:pt x="0" y="936989"/>
                </a:lnTo>
                <a:lnTo>
                  <a:pt x="1534" y="931024"/>
                </a:lnTo>
                <a:cubicBezTo>
                  <a:pt x="169301" y="391636"/>
                  <a:pt x="672423" y="0"/>
                  <a:pt x="12670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350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7"/>
            </p:custDataLst>
          </p:nvPr>
        </p:nvCxnSpPr>
        <p:spPr>
          <a:xfrm>
            <a:off x="613610" y="1700023"/>
            <a:ext cx="790174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 userDrawn="1">
            <p:custDataLst>
              <p:tags r:id="rId18"/>
            </p:custDataLst>
          </p:nvPr>
        </p:nvSpPr>
        <p:spPr>
          <a:xfrm>
            <a:off x="154912" y="5499206"/>
            <a:ext cx="1007406" cy="501545"/>
          </a:xfrm>
          <a:custGeom>
            <a:avLst/>
            <a:gdLst>
              <a:gd name="connsiteX0" fmla="*/ 671605 w 1343208"/>
              <a:gd name="connsiteY0" fmla="*/ 0 h 668726"/>
              <a:gd name="connsiteX1" fmla="*/ 1330834 w 1343208"/>
              <a:gd name="connsiteY1" fmla="*/ 544421 h 668726"/>
              <a:gd name="connsiteX2" fmla="*/ 1343208 w 1343208"/>
              <a:gd name="connsiteY2" fmla="*/ 668726 h 668726"/>
              <a:gd name="connsiteX3" fmla="*/ 0 w 1343208"/>
              <a:gd name="connsiteY3" fmla="*/ 668726 h 668726"/>
              <a:gd name="connsiteX4" fmla="*/ 12374 w 1343208"/>
              <a:gd name="connsiteY4" fmla="*/ 544421 h 668726"/>
              <a:gd name="connsiteX5" fmla="*/ 671605 w 1343208"/>
              <a:gd name="connsiteY5" fmla="*/ 0 h 66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3208" h="668726">
                <a:moveTo>
                  <a:pt x="671605" y="0"/>
                </a:moveTo>
                <a:cubicBezTo>
                  <a:pt x="996697" y="0"/>
                  <a:pt x="1268070" y="233786"/>
                  <a:pt x="1330834" y="544421"/>
                </a:cubicBezTo>
                <a:lnTo>
                  <a:pt x="1343208" y="668726"/>
                </a:lnTo>
                <a:lnTo>
                  <a:pt x="0" y="668726"/>
                </a:lnTo>
                <a:lnTo>
                  <a:pt x="12374" y="544421"/>
                </a:lnTo>
                <a:cubicBezTo>
                  <a:pt x="75138" y="233786"/>
                  <a:pt x="346512" y="0"/>
                  <a:pt x="671605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>
            <a:off x="1162318" y="5753100"/>
            <a:ext cx="676036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806801" y="5676272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 dirty="0">
              <a:latin typeface="+mn-lt"/>
              <a:ea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7739539" y="5400199"/>
            <a:ext cx="1404461" cy="600551"/>
          </a:xfrm>
          <a:custGeom>
            <a:avLst/>
            <a:gdLst>
              <a:gd name="connsiteX0" fmla="*/ 1267016 w 2192479"/>
              <a:gd name="connsiteY0" fmla="*/ 0 h 936989"/>
              <a:gd name="connsiteX1" fmla="*/ 2109873 w 2192479"/>
              <a:gd name="connsiteY1" fmla="*/ 302578 h 936989"/>
              <a:gd name="connsiteX2" fmla="*/ 2192479 w 2192479"/>
              <a:gd name="connsiteY2" fmla="*/ 377655 h 936989"/>
              <a:gd name="connsiteX3" fmla="*/ 2192479 w 2192479"/>
              <a:gd name="connsiteY3" fmla="*/ 936989 h 936989"/>
              <a:gd name="connsiteX4" fmla="*/ 0 w 2192479"/>
              <a:gd name="connsiteY4" fmla="*/ 936989 h 936989"/>
              <a:gd name="connsiteX5" fmla="*/ 1534 w 2192479"/>
              <a:gd name="connsiteY5" fmla="*/ 931024 h 936989"/>
              <a:gd name="connsiteX6" fmla="*/ 1267016 w 2192479"/>
              <a:gd name="connsiteY6" fmla="*/ 0 h 9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2479" h="936989">
                <a:moveTo>
                  <a:pt x="1267016" y="0"/>
                </a:moveTo>
                <a:cubicBezTo>
                  <a:pt x="1587182" y="0"/>
                  <a:pt x="1880826" y="113551"/>
                  <a:pt x="2109873" y="302578"/>
                </a:cubicBezTo>
                <a:lnTo>
                  <a:pt x="2192479" y="377655"/>
                </a:lnTo>
                <a:lnTo>
                  <a:pt x="2192479" y="936989"/>
                </a:lnTo>
                <a:lnTo>
                  <a:pt x="0" y="936989"/>
                </a:lnTo>
                <a:lnTo>
                  <a:pt x="1534" y="931024"/>
                </a:lnTo>
                <a:cubicBezTo>
                  <a:pt x="169301" y="391636"/>
                  <a:pt x="672423" y="0"/>
                  <a:pt x="12670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350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" Type="http://schemas.openxmlformats.org/officeDocument/2006/relationships/tags" Target="../tags/tag4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tags" Target="../tags/tag435.xml"/><Relationship Id="rId7" Type="http://schemas.openxmlformats.org/officeDocument/2006/relationships/tags" Target="../tags/tag434.xml"/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tags" Target="../tags/tag4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43.xml"/><Relationship Id="rId1" Type="http://schemas.openxmlformats.org/officeDocument/2006/relationships/tags" Target="../tags/tag4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45.xml"/><Relationship Id="rId1" Type="http://schemas.openxmlformats.org/officeDocument/2006/relationships/tags" Target="../tags/tag4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47.xml"/><Relationship Id="rId1" Type="http://schemas.openxmlformats.org/officeDocument/2006/relationships/tags" Target="../tags/tag4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49.xml"/><Relationship Id="rId1" Type="http://schemas.openxmlformats.org/officeDocument/2006/relationships/tags" Target="../tags/tag4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51.xml"/><Relationship Id="rId1" Type="http://schemas.openxmlformats.org/officeDocument/2006/relationships/tags" Target="../tags/tag4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53.xml"/><Relationship Id="rId1" Type="http://schemas.openxmlformats.org/officeDocument/2006/relationships/tags" Target="../tags/tag4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57.xml"/><Relationship Id="rId1" Type="http://schemas.openxmlformats.org/officeDocument/2006/relationships/tags" Target="../tags/tag45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59.xml"/><Relationship Id="rId1" Type="http://schemas.openxmlformats.org/officeDocument/2006/relationships/tags" Target="../tags/tag4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63.xml"/><Relationship Id="rId1" Type="http://schemas.openxmlformats.org/officeDocument/2006/relationships/tags" Target="../tags/tag4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67.xml"/><Relationship Id="rId1" Type="http://schemas.openxmlformats.org/officeDocument/2006/relationships/tags" Target="../tags/tag46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9.xml"/><Relationship Id="rId1" Type="http://schemas.openxmlformats.org/officeDocument/2006/relationships/tags" Target="../tags/tag46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tags" Target="../tags/tag47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" Type="http://schemas.openxmlformats.org/officeDocument/2006/relationships/tags" Target="../tags/tag48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85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86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88.xml"/><Relationship Id="rId1" Type="http://schemas.openxmlformats.org/officeDocument/2006/relationships/tags" Target="../tags/tag48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0.xml"/><Relationship Id="rId1" Type="http://schemas.openxmlformats.org/officeDocument/2006/relationships/tags" Target="../tags/tag48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2.xml"/><Relationship Id="rId1" Type="http://schemas.openxmlformats.org/officeDocument/2006/relationships/tags" Target="../tags/tag49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4.xml"/><Relationship Id="rId1" Type="http://schemas.openxmlformats.org/officeDocument/2006/relationships/tags" Target="../tags/tag49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96.xml"/><Relationship Id="rId2" Type="http://schemas.openxmlformats.org/officeDocument/2006/relationships/image" Target="../media/image7.png"/><Relationship Id="rId1" Type="http://schemas.openxmlformats.org/officeDocument/2006/relationships/tags" Target="../tags/tag49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99.xml"/><Relationship Id="rId2" Type="http://schemas.openxmlformats.org/officeDocument/2006/relationships/tags" Target="../tags/tag498.xml"/><Relationship Id="rId1" Type="http://schemas.openxmlformats.org/officeDocument/2006/relationships/tags" Target="../tags/tag49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0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0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50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05.xml"/><Relationship Id="rId3" Type="http://schemas.openxmlformats.org/officeDocument/2006/relationships/image" Target="../media/image10.png"/><Relationship Id="rId2" Type="http://schemas.openxmlformats.org/officeDocument/2006/relationships/tags" Target="../tags/tag504.xml"/><Relationship Id="rId1" Type="http://schemas.openxmlformats.org/officeDocument/2006/relationships/tags" Target="../tags/tag503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08.xml"/><Relationship Id="rId3" Type="http://schemas.openxmlformats.org/officeDocument/2006/relationships/image" Target="../media/image11.png"/><Relationship Id="rId2" Type="http://schemas.openxmlformats.org/officeDocument/2006/relationships/tags" Target="../tags/tag507.xml"/><Relationship Id="rId1" Type="http://schemas.openxmlformats.org/officeDocument/2006/relationships/tags" Target="../tags/tag506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11.xml"/><Relationship Id="rId3" Type="http://schemas.openxmlformats.org/officeDocument/2006/relationships/image" Target="../media/image12.png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28650" y="2099250"/>
            <a:ext cx="7886700" cy="1350000"/>
          </a:xfrm>
        </p:spPr>
        <p:txBody>
          <a:bodyPr/>
          <a:lstStyle/>
          <a:p>
            <a:r>
              <a:rPr lang="zh-CN" altLang="en-US" sz="6000" dirty="0"/>
              <a:t>二模经验</a:t>
            </a:r>
            <a:r>
              <a:rPr lang="zh-CN" altLang="en-US" sz="6000" dirty="0"/>
              <a:t>分享会</a:t>
            </a:r>
            <a:endParaRPr lang="zh-CN" altLang="en-US" sz="6000" dirty="0"/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226310" y="4117340"/>
            <a:ext cx="4665345" cy="163576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rmAutofit lnSpcReduction="2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>
                <a:solidFill>
                  <a:schemeClr val="accent6">
                    <a:lumMod val="50000"/>
                  </a:schemeClr>
                </a:solidFill>
              </a:rPr>
              <a:t>中山大学智能工程学院</a:t>
            </a:r>
            <a:endParaRPr lang="zh-CN" altLang="en-US" sz="240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400">
                <a:solidFill>
                  <a:schemeClr val="accent6">
                    <a:lumMod val="50000"/>
                  </a:schemeClr>
                </a:solidFill>
              </a:rPr>
              <a:t>何梓睿</a:t>
            </a:r>
            <a:endParaRPr lang="zh-CN" altLang="en-US" sz="240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CN" sz="2400">
                <a:solidFill>
                  <a:schemeClr val="accent6">
                    <a:lumMod val="50000"/>
                  </a:schemeClr>
                </a:solidFill>
              </a:rPr>
              <a:t>qq:338798945</a:t>
            </a:r>
            <a:endParaRPr lang="en-US" altLang="zh-CN" sz="2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75860" y="44373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dirty="0" err="1" smtClean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2192872"/>
            <a:ext cx="951939" cy="2016598"/>
          </a:xfrm>
        </p:spPr>
        <p:txBody>
          <a:bodyPr/>
          <a:lstStyle/>
          <a:p>
            <a:r>
              <a:rPr lang="zh-CN" altLang="en-US" dirty="0">
                <a:solidFill>
                  <a:schemeClr val="lt1">
                    <a:lumMod val="100000"/>
                  </a:schemeClr>
                </a:solidFill>
              </a:rPr>
              <a:t>目录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13" name="序号"/>
          <p:cNvSpPr txBox="1"/>
          <p:nvPr>
            <p:custDataLst>
              <p:tags r:id="rId2"/>
            </p:custDataLst>
          </p:nvPr>
        </p:nvSpPr>
        <p:spPr>
          <a:xfrm>
            <a:off x="3407684" y="1978344"/>
            <a:ext cx="493871" cy="7365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sz="1800" b="1" dirty="0">
                <a:solidFill>
                  <a:schemeClr val="accent2"/>
                </a:solidFill>
                <a:latin typeface="+mj-ea"/>
                <a:ea typeface="+mj-ea"/>
              </a:rPr>
              <a:t>01</a:t>
            </a:r>
            <a:endParaRPr lang="en-US" sz="1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4" name="项标题"/>
          <p:cNvSpPr txBox="1"/>
          <p:nvPr>
            <p:custDataLst>
              <p:tags r:id="rId3"/>
            </p:custDataLst>
          </p:nvPr>
        </p:nvSpPr>
        <p:spPr>
          <a:xfrm>
            <a:off x="4001142" y="1978344"/>
            <a:ext cx="3156672" cy="736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二模后需要</a:t>
            </a: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干什么？</a:t>
            </a:r>
            <a:endParaRPr lang="zh-CN" altLang="en-US" sz="1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3171666" y="2030495"/>
            <a:ext cx="208811" cy="115943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6" name="任意多边形: 形状 15"/>
          <p:cNvSpPr/>
          <p:nvPr>
            <p:custDataLst>
              <p:tags r:id="rId5"/>
            </p:custDataLst>
          </p:nvPr>
        </p:nvSpPr>
        <p:spPr>
          <a:xfrm rot="5400000">
            <a:off x="3171666" y="2922474"/>
            <a:ext cx="208811" cy="115943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 rot="5400000">
            <a:off x="3171666" y="3814454"/>
            <a:ext cx="208811" cy="115943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 rot="5400000">
            <a:off x="3171666" y="4706434"/>
            <a:ext cx="208811" cy="115943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pPr fontAlgn="auto"/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9" name="序号"/>
          <p:cNvSpPr txBox="1"/>
          <p:nvPr>
            <p:custDataLst>
              <p:tags r:id="rId8"/>
            </p:custDataLst>
          </p:nvPr>
        </p:nvSpPr>
        <p:spPr>
          <a:xfrm>
            <a:off x="3407684" y="2867618"/>
            <a:ext cx="493871" cy="7365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sz="1800" b="1" dirty="0">
                <a:solidFill>
                  <a:schemeClr val="accent2"/>
                </a:solidFill>
                <a:latin typeface="+mj-ea"/>
                <a:ea typeface="+mj-ea"/>
              </a:rPr>
              <a:t>02</a:t>
            </a:r>
            <a:endParaRPr lang="en-US" sz="1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项标题"/>
          <p:cNvSpPr txBox="1"/>
          <p:nvPr>
            <p:custDataLst>
              <p:tags r:id="rId9"/>
            </p:custDataLst>
          </p:nvPr>
        </p:nvSpPr>
        <p:spPr>
          <a:xfrm>
            <a:off x="4001142" y="2867618"/>
            <a:ext cx="3156672" cy="736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如何</a:t>
            </a: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提分？</a:t>
            </a:r>
            <a:endParaRPr lang="zh-CN" altLang="en-US" sz="1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序号"/>
          <p:cNvSpPr txBox="1"/>
          <p:nvPr>
            <p:custDataLst>
              <p:tags r:id="rId10"/>
            </p:custDataLst>
          </p:nvPr>
        </p:nvSpPr>
        <p:spPr>
          <a:xfrm>
            <a:off x="3407684" y="3756891"/>
            <a:ext cx="493871" cy="7365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sz="1800" b="1" dirty="0">
                <a:solidFill>
                  <a:schemeClr val="accent2"/>
                </a:solidFill>
                <a:latin typeface="+mj-ea"/>
                <a:ea typeface="+mj-ea"/>
              </a:rPr>
              <a:t>03</a:t>
            </a:r>
            <a:endParaRPr lang="en-US" sz="1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项标题"/>
          <p:cNvSpPr txBox="1"/>
          <p:nvPr>
            <p:custDataLst>
              <p:tags r:id="rId11"/>
            </p:custDataLst>
          </p:nvPr>
        </p:nvSpPr>
        <p:spPr>
          <a:xfrm>
            <a:off x="4001142" y="3756891"/>
            <a:ext cx="3156672" cy="736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综合评价</a:t>
            </a: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招生</a:t>
            </a:r>
            <a:endParaRPr lang="zh-CN" altLang="en-US" sz="1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序号"/>
          <p:cNvSpPr txBox="1"/>
          <p:nvPr>
            <p:custDataLst>
              <p:tags r:id="rId12"/>
            </p:custDataLst>
          </p:nvPr>
        </p:nvSpPr>
        <p:spPr>
          <a:xfrm>
            <a:off x="3407684" y="4646164"/>
            <a:ext cx="493871" cy="7365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sz="1800" b="1" dirty="0">
                <a:solidFill>
                  <a:schemeClr val="accent2"/>
                </a:solidFill>
                <a:latin typeface="+mj-ea"/>
                <a:ea typeface="+mj-ea"/>
              </a:rPr>
              <a:t>04</a:t>
            </a:r>
            <a:endParaRPr lang="en-US" sz="1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项标题"/>
          <p:cNvSpPr txBox="1"/>
          <p:nvPr>
            <p:custDataLst>
              <p:tags r:id="rId13"/>
            </p:custDataLst>
          </p:nvPr>
        </p:nvSpPr>
        <p:spPr>
          <a:xfrm>
            <a:off x="4001142" y="4646164"/>
            <a:ext cx="3156672" cy="736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一些</a:t>
            </a:r>
            <a:r>
              <a:rPr lang="zh-CN" altLang="en-US" sz="1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补充</a:t>
            </a:r>
            <a:endParaRPr lang="zh-CN" altLang="en-US" sz="1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二模后，我们需要</a:t>
            </a:r>
            <a:r>
              <a:rPr lang="zh-CN" altLang="en-US"/>
              <a:t>干什么？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9795" y="2493010"/>
            <a:ext cx="3048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9600" dirty="0" err="1" smtClean="0">
                <a:solidFill>
                  <a:srgbClr val="FF0000"/>
                </a:solidFill>
              </a:rPr>
              <a:t>求稳</a:t>
            </a:r>
            <a:endParaRPr lang="zh-CN" altLang="en-US" sz="9600" dirty="0" err="1" smtClean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4420" y="1930400"/>
            <a:ext cx="3726815" cy="3302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dirty="0" err="1" smtClean="0"/>
              <a:t>让成绩稳定下来</a:t>
            </a:r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一方面可以保证自己对于分数的大概掌握，从而保持自信</a:t>
            </a:r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另一方面，一般而言，在距离高考</a:t>
            </a:r>
            <a:r>
              <a:rPr lang="en-US" altLang="zh-CN" sz="2400" dirty="0" err="1" smtClean="0"/>
              <a:t>40</a:t>
            </a:r>
            <a:r>
              <a:rPr lang="zh-CN" altLang="en-US" sz="2400" dirty="0" err="1" smtClean="0"/>
              <a:t>天左右的时间里，让目前学科分数稳定下来的性价比远大于突击某一科</a:t>
            </a:r>
            <a:endParaRPr lang="zh-CN" altLang="en-US" sz="24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那么如何</a:t>
            </a:r>
            <a:r>
              <a:rPr lang="zh-CN" altLang="en-US"/>
              <a:t>求稳？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27405" y="2060575"/>
            <a:ext cx="7491095" cy="349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dirty="0" err="1" smtClean="0"/>
              <a:t>个人方法，最推荐的是完卷训练</a:t>
            </a:r>
            <a:endParaRPr lang="zh-CN" altLang="en-US" sz="4000" dirty="0" err="1" smtClean="0"/>
          </a:p>
          <a:p>
            <a:pPr algn="l"/>
            <a:endParaRPr lang="zh-CN" altLang="en-US" dirty="0" err="1" smtClean="0"/>
          </a:p>
          <a:p>
            <a:pPr algn="l"/>
            <a:r>
              <a:rPr lang="zh-CN" altLang="en-US" sz="2800" dirty="0" err="1" smtClean="0"/>
              <a:t>完卷训练：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在整段的时间里，模仿考试。在规定时间内完成</a:t>
            </a:r>
            <a:r>
              <a:rPr lang="zh-CN" altLang="en-US" sz="2800" dirty="0" err="1" smtClean="0"/>
              <a:t>试卷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考试怎么写，平时完卷训练就怎么</a:t>
            </a:r>
            <a:r>
              <a:rPr lang="zh-CN" altLang="en-US" sz="2800" dirty="0" err="1" smtClean="0"/>
              <a:t>写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包括格式，检查，</a:t>
            </a:r>
            <a:r>
              <a:rPr lang="zh-CN" altLang="en-US" sz="2800" dirty="0" err="1" smtClean="0"/>
              <a:t>计算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做完后批改，计分，改正错题，记到笔记本</a:t>
            </a:r>
            <a:r>
              <a:rPr lang="zh-CN" altLang="en-US" sz="2800" dirty="0" err="1" smtClean="0"/>
              <a:t>上</a:t>
            </a:r>
            <a:endParaRPr lang="zh-CN" altLang="en-US" sz="28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个人学习时间安排（</a:t>
            </a:r>
            <a:r>
              <a:rPr lang="zh-CN" altLang="en-US"/>
              <a:t>仅供参考）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5650" y="1844675"/>
            <a:ext cx="6691630" cy="2575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dirty="0" err="1" smtClean="0"/>
              <a:t>7:00-7:30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8:00-12:15</a:t>
            </a:r>
            <a:r>
              <a:rPr lang="zh-CN" altLang="en-US" sz="2400" dirty="0" err="1" smtClean="0"/>
              <a:t>利用时间完成当天作业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12:15-13:00/12:30-13:15 </a:t>
            </a:r>
            <a:r>
              <a:rPr lang="zh-CN" altLang="en-US" sz="2400" dirty="0" err="1" smtClean="0"/>
              <a:t>物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化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生选择一科卷子完成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14:30-18:15</a:t>
            </a:r>
            <a:r>
              <a:rPr lang="zh-CN" altLang="en-US" sz="2400" dirty="0" err="1" smtClean="0"/>
              <a:t>下午上课，考试，订正笔记，回宿舍洗漱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18:30-20:30 </a:t>
            </a:r>
            <a:r>
              <a:rPr lang="zh-CN" altLang="en-US" sz="2400" dirty="0" err="1" smtClean="0"/>
              <a:t>背书（语文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英语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理科公式）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20:30-22:00 </a:t>
            </a:r>
            <a:r>
              <a:rPr lang="zh-CN" altLang="en-US" sz="2400" dirty="0" err="1" smtClean="0"/>
              <a:t>语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数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英选择一科卷子完成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22:00-23:15 </a:t>
            </a:r>
            <a:r>
              <a:rPr lang="zh-CN" altLang="en-US" sz="2400" dirty="0" err="1" smtClean="0"/>
              <a:t>薄弱科目扶贫</a:t>
            </a:r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23:45</a:t>
            </a:r>
            <a:r>
              <a:rPr lang="zh-CN" altLang="en-US" sz="2400" dirty="0" err="1" smtClean="0"/>
              <a:t>前睡觉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</p:txBody>
      </p:sp>
      <p:sp>
        <p:nvSpPr>
          <p:cNvPr id="4" name="文本框 3"/>
          <p:cNvSpPr txBox="1"/>
          <p:nvPr/>
        </p:nvSpPr>
        <p:spPr>
          <a:xfrm>
            <a:off x="821690" y="46139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注意</a:t>
            </a:r>
            <a:r>
              <a:rPr lang="zh-CN" altLang="en-US"/>
              <a:t>事项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3260" y="1700530"/>
            <a:ext cx="7583170" cy="385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dirty="0" err="1" smtClean="0"/>
              <a:t>1.</a:t>
            </a:r>
            <a:r>
              <a:rPr lang="zh-CN" altLang="en-US" sz="2400" dirty="0" err="1" smtClean="0"/>
              <a:t>自己做的卷子是额外加练的，不算课内作业。课内作业必须优先完成</a:t>
            </a:r>
            <a:endParaRPr lang="zh-CN" altLang="en-US" sz="2400" dirty="0" err="1" smtClean="0"/>
          </a:p>
          <a:p>
            <a:pPr algn="l"/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2.</a:t>
            </a:r>
            <a:r>
              <a:rPr lang="zh-CN" altLang="en-US" sz="2400" dirty="0" err="1" smtClean="0"/>
              <a:t>如果当天某一科有考试，加练可以做别的科的卷子。尽量保证每一科三天之内都做过完卷训练</a:t>
            </a:r>
            <a:endParaRPr lang="zh-CN" altLang="en-US" sz="2400" dirty="0" err="1" smtClean="0"/>
          </a:p>
          <a:p>
            <a:pPr algn="l"/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3</a:t>
            </a:r>
            <a:r>
              <a:rPr lang="zh-CN" altLang="en-US" sz="2400" dirty="0" err="1" smtClean="0"/>
              <a:t>灵活调整</a:t>
            </a:r>
            <a:r>
              <a:rPr lang="zh-CN" altLang="en-US" sz="2400" dirty="0" err="1" smtClean="0"/>
              <a:t>时间。语文非连训练，数学压轴题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前四题训练</a:t>
            </a:r>
            <a:r>
              <a:rPr lang="en-US" altLang="zh-CN" sz="2400" dirty="0" err="1" smtClean="0"/>
              <a:t>...</a:t>
            </a:r>
            <a:r>
              <a:rPr lang="zh-CN" altLang="en-US" sz="2400" dirty="0" err="1" smtClean="0"/>
              <a:t>用来替换完卷训练时间均可。</a:t>
            </a:r>
            <a:endParaRPr lang="zh-CN" altLang="en-US" sz="2400" dirty="0" err="1" smtClean="0"/>
          </a:p>
          <a:p>
            <a:pPr algn="l"/>
            <a:endParaRPr lang="en-US" altLang="zh-CN" sz="2400" dirty="0" err="1" smtClean="0"/>
          </a:p>
          <a:p>
            <a:pPr algn="l"/>
            <a:r>
              <a:rPr lang="en-US" altLang="zh-CN" sz="2400" dirty="0" err="1" smtClean="0"/>
              <a:t>4.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高考卷子题目复杂多变。平时训练要适当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“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品鉴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”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外地的卷子。（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eg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：金考卷）</a:t>
            </a:r>
            <a:endParaRPr lang="zh-CN" altLang="en-US" sz="2400" b="1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2.</a:t>
            </a:r>
            <a:r>
              <a:rPr lang="zh-CN" altLang="en-US"/>
              <a:t>如何短时间内快速提</a:t>
            </a:r>
            <a:r>
              <a:rPr lang="zh-CN" altLang="en-US"/>
              <a:t>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3260" y="1917065"/>
            <a:ext cx="7454265" cy="1452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 dirty="0" err="1" smtClean="0">
                <a:solidFill>
                  <a:srgbClr val="FF0000"/>
                </a:solidFill>
              </a:rPr>
              <a:t>注意：避免在一段时间内只搞某一科，导致别的科成绩大幅下降</a:t>
            </a:r>
            <a:endParaRPr lang="zh-CN" altLang="en-US" sz="3200" b="1" dirty="0" err="1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1350" y="3429000"/>
            <a:ext cx="79648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dirty="0" err="1" smtClean="0"/>
              <a:t>首要方法：找老师聊天，询问自己的弱点及改进建议</a:t>
            </a:r>
            <a:endParaRPr lang="zh-CN" altLang="en-US" sz="2400" dirty="0" err="1" smtClean="0"/>
          </a:p>
          <a:p>
            <a:pPr algn="l"/>
            <a:r>
              <a:rPr lang="en-US" altLang="zh-CN" sz="2400" dirty="0" err="1" smtClean="0"/>
              <a:t>                  </a:t>
            </a:r>
            <a:r>
              <a:rPr lang="zh-CN" altLang="en-US" sz="2400" dirty="0" err="1" smtClean="0"/>
              <a:t>结合自己的学习方法，加以改进，提高成绩</a:t>
            </a:r>
            <a:endParaRPr lang="zh-CN" altLang="en-US" sz="24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语文：邪</a:t>
            </a:r>
            <a:r>
              <a:rPr lang="zh-CN" altLang="en-US"/>
              <a:t>修速通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7560" y="1911985"/>
            <a:ext cx="7626350" cy="2413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dirty="0" err="1" smtClean="0"/>
              <a:t>1.</a:t>
            </a:r>
            <a:r>
              <a:rPr lang="zh-CN" altLang="en-US" dirty="0" err="1" smtClean="0"/>
              <a:t>语文。语文是什么？</a:t>
            </a:r>
            <a:r>
              <a:rPr lang="zh-CN" altLang="en-US" b="1" dirty="0" err="1" smtClean="0">
                <a:solidFill>
                  <a:srgbClr val="FF0000"/>
                </a:solidFill>
              </a:rPr>
              <a:t>高考语文就是八股文！</a:t>
            </a:r>
            <a:endParaRPr lang="zh-CN" altLang="en-US" dirty="0" err="1" smtClean="0">
              <a:solidFill>
                <a:srgbClr val="FF0000"/>
              </a:solidFill>
            </a:endParaRPr>
          </a:p>
          <a:p>
            <a:pPr algn="l"/>
            <a:endParaRPr lang="zh-CN" altLang="en-US" dirty="0" err="1" smtClean="0"/>
          </a:p>
          <a:p>
            <a:pPr algn="l"/>
            <a:r>
              <a:rPr lang="zh-CN" altLang="en-US" dirty="0" err="1" smtClean="0"/>
              <a:t>另：在此强烈推荐</a:t>
            </a:r>
            <a:r>
              <a:rPr lang="en-US" altLang="zh-CN" dirty="0" err="1" smtClean="0"/>
              <a:t>b</a:t>
            </a:r>
            <a:r>
              <a:rPr lang="zh-CN" altLang="en-US" dirty="0" err="1" smtClean="0"/>
              <a:t>站</a:t>
            </a:r>
            <a:r>
              <a:rPr lang="en-US" altLang="zh-CN" dirty="0" err="1" smtClean="0"/>
              <a:t>up</a:t>
            </a:r>
            <a:r>
              <a:rPr lang="zh-CN" altLang="en-US" dirty="0" err="1" smtClean="0"/>
              <a:t>：</a:t>
            </a:r>
            <a:r>
              <a:rPr lang="zh-CN" altLang="en-US" b="1" i="1" u="sng" dirty="0" err="1" smtClean="0"/>
              <a:t>学过石油的语文老师</a:t>
            </a:r>
            <a:endParaRPr lang="zh-CN" altLang="en-US" b="1" i="1" u="sng" dirty="0" err="1" smtClean="0"/>
          </a:p>
          <a:p>
            <a:pPr algn="l"/>
            <a:endParaRPr lang="zh-CN" altLang="en-US" dirty="0" err="1" smtClean="0"/>
          </a:p>
          <a:p>
            <a:pPr algn="l"/>
            <a:r>
              <a:rPr lang="zh-CN" altLang="en-US" dirty="0" err="1" smtClean="0"/>
              <a:t>非连，阅读，古文选择：带入文中找</a:t>
            </a:r>
            <a:r>
              <a:rPr lang="en-US" altLang="zh-CN" dirty="0" err="1" smtClean="0"/>
              <a:t>bug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非连，阅读，古文，古诗大题：带入文章，理解意思，</a:t>
            </a:r>
            <a:r>
              <a:rPr lang="zh-CN" altLang="en-US" dirty="0" err="1" smtClean="0"/>
              <a:t>套用模板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作文：</a:t>
            </a:r>
            <a:r>
              <a:rPr lang="en-US" altLang="zh-CN" dirty="0" err="1" smtClean="0"/>
              <a:t>“</a:t>
            </a:r>
            <a:r>
              <a:rPr lang="zh-CN" altLang="en-US" dirty="0" err="1" smtClean="0"/>
              <a:t>为什么类作文</a:t>
            </a:r>
            <a:r>
              <a:rPr lang="en-US" altLang="zh-CN" dirty="0" err="1" smtClean="0"/>
              <a:t>”</a:t>
            </a:r>
            <a:r>
              <a:rPr lang="zh-CN" altLang="en-US" dirty="0" err="1" smtClean="0"/>
              <a:t>，</a:t>
            </a:r>
            <a:r>
              <a:rPr lang="en-US" altLang="zh-CN" dirty="0" err="1" smtClean="0"/>
              <a:t>“</a:t>
            </a:r>
            <a:r>
              <a:rPr lang="zh-CN" altLang="en-US" dirty="0" err="1" smtClean="0"/>
              <a:t>是什么类作文</a:t>
            </a:r>
            <a:r>
              <a:rPr lang="en-US" altLang="zh-CN" dirty="0" err="1" smtClean="0"/>
              <a:t>”...</a:t>
            </a:r>
            <a:r>
              <a:rPr lang="zh-CN" altLang="en-US" dirty="0" err="1" smtClean="0"/>
              <a:t>研究范文，套用模板，保证至少</a:t>
            </a:r>
            <a:r>
              <a:rPr lang="en-US" altLang="zh-CN" dirty="0" err="1" smtClean="0"/>
              <a:t>50+</a:t>
            </a:r>
            <a:endParaRPr lang="en-US" altLang="zh-CN" dirty="0" err="1" smtClean="0"/>
          </a:p>
        </p:txBody>
      </p:sp>
      <p:sp>
        <p:nvSpPr>
          <p:cNvPr id="5" name="文本框 4"/>
          <p:cNvSpPr txBox="1"/>
          <p:nvPr/>
        </p:nvSpPr>
        <p:spPr>
          <a:xfrm>
            <a:off x="797560" y="4364990"/>
            <a:ext cx="73348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 err="1" smtClean="0"/>
              <a:t>另</a:t>
            </a:r>
            <a:r>
              <a:rPr lang="en-US" altLang="zh-CN" dirty="0" err="1" smtClean="0"/>
              <a:t>:</a:t>
            </a:r>
            <a:r>
              <a:rPr lang="zh-CN" altLang="en-US" dirty="0" err="1" smtClean="0"/>
              <a:t>不要看别人分析觉得头头是道。一定要自己上手做题</a:t>
            </a:r>
            <a:r>
              <a:rPr lang="zh-CN" altLang="en-US" dirty="0" err="1" smtClean="0"/>
              <a:t>练习</a:t>
            </a:r>
            <a:endParaRPr lang="zh-CN" altLang="en-US" dirty="0" err="1" smtClean="0"/>
          </a:p>
          <a:p>
            <a:pPr algn="l"/>
            <a:r>
              <a:rPr lang="en-US" altLang="zh-CN" dirty="0" err="1" smtClean="0"/>
              <a:t>     </a:t>
            </a:r>
            <a:r>
              <a:rPr lang="zh-CN" altLang="en-US" dirty="0" err="1" smtClean="0"/>
              <a:t>大题和作文可以只写大致思路，再对照答案看看</a:t>
            </a:r>
            <a:r>
              <a:rPr lang="zh-CN" altLang="en-US" dirty="0" err="1" smtClean="0"/>
              <a:t>偏差</a:t>
            </a:r>
            <a:endParaRPr lang="zh-CN" altLang="en-US" dirty="0" err="1" smtClean="0"/>
          </a:p>
          <a:p>
            <a:pPr algn="l"/>
            <a:r>
              <a:rPr lang="en-US" altLang="zh-CN" dirty="0" err="1" smtClean="0"/>
              <a:t>     </a:t>
            </a:r>
            <a:r>
              <a:rPr lang="zh-CN" altLang="en-US" dirty="0" err="1" smtClean="0"/>
              <a:t>方法应用前期建议大量刷题。一节课</a:t>
            </a:r>
            <a:r>
              <a:rPr lang="en-US" altLang="zh-CN" dirty="0" err="1" smtClean="0"/>
              <a:t>/</a:t>
            </a:r>
            <a:r>
              <a:rPr lang="zh-CN" altLang="en-US" dirty="0" err="1" smtClean="0"/>
              <a:t>两节课完成一张语文</a:t>
            </a:r>
            <a:r>
              <a:rPr lang="zh-CN" altLang="en-US" dirty="0" err="1" smtClean="0"/>
              <a:t>卷</a:t>
            </a:r>
            <a:endParaRPr lang="zh-CN" altLang="en-US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数学：回归本质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3260" y="1844675"/>
            <a:ext cx="8359775" cy="325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800" dirty="0" err="1" smtClean="0"/>
              <a:t>130-135</a:t>
            </a:r>
            <a:r>
              <a:rPr lang="zh-CN" altLang="en-US" sz="2800" dirty="0" err="1" smtClean="0"/>
              <a:t>分以上：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重点：压轴题（</a:t>
            </a:r>
            <a:r>
              <a:rPr lang="en-US" altLang="zh-CN" sz="2800" dirty="0" err="1" smtClean="0"/>
              <a:t>8</a:t>
            </a:r>
            <a:r>
              <a:rPr lang="zh-CN" altLang="en-US" sz="2800" dirty="0" err="1" smtClean="0"/>
              <a:t>，</a:t>
            </a:r>
            <a:r>
              <a:rPr lang="en-US" altLang="zh-CN" sz="2800" dirty="0" err="1" smtClean="0"/>
              <a:t>12</a:t>
            </a:r>
            <a:r>
              <a:rPr lang="zh-CN" altLang="en-US" sz="2800" dirty="0" err="1" smtClean="0"/>
              <a:t>，</a:t>
            </a:r>
            <a:r>
              <a:rPr lang="en-US" altLang="zh-CN" sz="2800" dirty="0" err="1" smtClean="0"/>
              <a:t>14</a:t>
            </a:r>
            <a:r>
              <a:rPr lang="zh-CN" altLang="en-US" sz="2800" dirty="0" err="1" smtClean="0"/>
              <a:t>，</a:t>
            </a:r>
            <a:r>
              <a:rPr lang="en-US" altLang="zh-CN" sz="2800" dirty="0" err="1" smtClean="0"/>
              <a:t>18</a:t>
            </a:r>
            <a:r>
              <a:rPr lang="zh-CN" altLang="en-US" sz="2800" dirty="0" err="1" smtClean="0"/>
              <a:t>，</a:t>
            </a:r>
            <a:r>
              <a:rPr lang="en-US" altLang="zh-CN" sz="2800" dirty="0" err="1" smtClean="0"/>
              <a:t>19</a:t>
            </a:r>
            <a:r>
              <a:rPr lang="zh-CN" altLang="en-US" sz="2800" dirty="0" err="1" smtClean="0"/>
              <a:t>题）</a:t>
            </a:r>
            <a:endParaRPr lang="zh-CN" altLang="en-US" sz="2800" dirty="0" err="1" smtClean="0"/>
          </a:p>
          <a:p>
            <a:pPr algn="l"/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压轴题训练，新定义题训练，外地卷训练（</a:t>
            </a:r>
            <a:r>
              <a:rPr lang="zh-CN" altLang="en-US" sz="2800" dirty="0" err="1" smtClean="0"/>
              <a:t>北京卷）</a:t>
            </a:r>
            <a:endParaRPr lang="zh-CN" altLang="en-US" sz="2800" dirty="0" err="1" smtClean="0"/>
          </a:p>
          <a:p>
            <a:pPr algn="l"/>
            <a:endParaRPr lang="zh-CN" altLang="en-US" sz="2800" dirty="0" err="1" smtClean="0"/>
          </a:p>
          <a:p>
            <a:pPr algn="l"/>
            <a:r>
              <a:rPr lang="zh-CN" altLang="en-US" sz="2800" b="1" u="sng" dirty="0" err="1" smtClean="0">
                <a:solidFill>
                  <a:srgbClr val="C00000"/>
                </a:solidFill>
              </a:rPr>
              <a:t>注意检查等细节，避免粗心失分</a:t>
            </a:r>
            <a:endParaRPr lang="zh-CN" altLang="en-US" sz="2800" b="1" u="sng" dirty="0" err="1" smtClean="0">
              <a:solidFill>
                <a:srgbClr val="C00000"/>
              </a:solidFill>
            </a:endParaRPr>
          </a:p>
          <a:p>
            <a:pPr algn="l"/>
            <a:endParaRPr lang="zh-CN" altLang="en-US" sz="2800" b="1" u="sng" dirty="0" err="1" smtClean="0">
              <a:solidFill>
                <a:srgbClr val="C00000"/>
              </a:solidFill>
            </a:endParaRPr>
          </a:p>
          <a:p>
            <a:pPr algn="l"/>
            <a:r>
              <a:rPr lang="zh-CN" altLang="en-US" sz="2800" b="1" u="sng" dirty="0" err="1" smtClean="0">
                <a:solidFill>
                  <a:srgbClr val="C00000"/>
                </a:solidFill>
              </a:rPr>
              <a:t>重视格式问题，不要眼高手低</a:t>
            </a:r>
            <a:endParaRPr lang="zh-CN" altLang="en-US" sz="2800" b="1" u="sng" dirty="0" err="1" smtClean="0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数学：回归</a:t>
            </a:r>
            <a:r>
              <a:rPr lang="zh-CN" altLang="en-US"/>
              <a:t>本质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72920"/>
            <a:ext cx="783209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dirty="0" err="1" smtClean="0"/>
              <a:t>130</a:t>
            </a:r>
            <a:r>
              <a:rPr lang="zh-CN" altLang="en-US" sz="2400" dirty="0" err="1" smtClean="0"/>
              <a:t>分以下：拿分的关键在于把基础，中等题目做对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范围：选择题</a:t>
            </a:r>
            <a:r>
              <a:rPr lang="en-US" altLang="zh-CN" sz="2400" dirty="0" err="1" smtClean="0"/>
              <a:t>1-7</a:t>
            </a:r>
            <a:r>
              <a:rPr lang="zh-CN" altLang="en-US" sz="2400" dirty="0" err="1" smtClean="0"/>
              <a:t>，多选</a:t>
            </a:r>
            <a:r>
              <a:rPr lang="en-US" altLang="zh-CN" sz="2400" dirty="0" err="1" smtClean="0"/>
              <a:t>9-10</a:t>
            </a:r>
            <a:r>
              <a:rPr lang="zh-CN" altLang="en-US" sz="2400" dirty="0" err="1" smtClean="0"/>
              <a:t>，填空</a:t>
            </a:r>
            <a:r>
              <a:rPr lang="en-US" altLang="zh-CN" sz="2400" dirty="0" err="1" smtClean="0"/>
              <a:t>12-13</a:t>
            </a:r>
            <a:r>
              <a:rPr lang="zh-CN" altLang="en-US" sz="2400" dirty="0" err="1" smtClean="0"/>
              <a:t>，大题</a:t>
            </a:r>
            <a:r>
              <a:rPr lang="en-US" altLang="zh-CN" sz="2400" dirty="0" err="1" smtClean="0"/>
              <a:t>15-17</a:t>
            </a:r>
            <a:endParaRPr lang="en-US" altLang="zh-CN" sz="2400" dirty="0" err="1" smtClean="0"/>
          </a:p>
          <a:p>
            <a:pPr algn="l"/>
            <a:r>
              <a:rPr lang="zh-CN" altLang="en-US" sz="2400" dirty="0" err="1" smtClean="0"/>
              <a:t>训练方法：做题（比如选填练习，前三道大题练习等）每天至少额外抽</a:t>
            </a:r>
            <a:r>
              <a:rPr lang="en-US" altLang="zh-CN" sz="2400" dirty="0" err="1" smtClean="0"/>
              <a:t>1-2</a:t>
            </a:r>
            <a:r>
              <a:rPr lang="zh-CN" altLang="en-US" sz="2400" dirty="0" err="1" smtClean="0"/>
              <a:t>小时进行专门做题训练（比如选填训练，前三道大题训练，完卷训练）</a:t>
            </a:r>
            <a:endParaRPr lang="en-US" altLang="zh-CN" sz="2400" dirty="0" err="1" smtClean="0"/>
          </a:p>
          <a:p>
            <a:pPr algn="l"/>
            <a:endParaRPr lang="en-US" altLang="zh-CN" sz="2400" dirty="0" err="1" smtClean="0"/>
          </a:p>
          <a:p>
            <a:pPr algn="l"/>
            <a:r>
              <a:rPr lang="en-US" altLang="zh-CN" sz="2400" b="1" dirty="0" err="1" smtClean="0">
                <a:solidFill>
                  <a:srgbClr val="C00000"/>
                </a:solidFill>
              </a:rPr>
              <a:t>1.</a:t>
            </a:r>
            <a:r>
              <a:rPr lang="zh-CN" altLang="en-US" sz="2400" b="1" dirty="0" err="1" smtClean="0">
                <a:solidFill>
                  <a:srgbClr val="C00000"/>
                </a:solidFill>
              </a:rPr>
              <a:t>注意格式。不能因为任何格式问题丢分</a:t>
            </a:r>
            <a:endParaRPr lang="zh-CN" altLang="en-US" sz="2400" b="1" dirty="0" err="1" smtClean="0">
              <a:solidFill>
                <a:srgbClr val="C00000"/>
              </a:solidFill>
            </a:endParaRPr>
          </a:p>
          <a:p>
            <a:pPr algn="l"/>
            <a:r>
              <a:rPr lang="en-US" altLang="zh-CN" sz="2400" b="1" dirty="0" err="1" smtClean="0">
                <a:solidFill>
                  <a:srgbClr val="C00000"/>
                </a:solidFill>
              </a:rPr>
              <a:t>2.</a:t>
            </a:r>
            <a:r>
              <a:rPr lang="zh-CN" altLang="en-US" sz="2400" b="1" dirty="0" err="1" smtClean="0">
                <a:solidFill>
                  <a:srgbClr val="C00000"/>
                </a:solidFill>
              </a:rPr>
              <a:t>注意速度。选填</a:t>
            </a:r>
            <a:r>
              <a:rPr lang="en-US" altLang="zh-CN" sz="2400" b="1" dirty="0" err="1" smtClean="0">
                <a:solidFill>
                  <a:srgbClr val="C00000"/>
                </a:solidFill>
              </a:rPr>
              <a:t>45-50min</a:t>
            </a:r>
            <a:r>
              <a:rPr lang="zh-CN" altLang="en-US" sz="2400" b="1" dirty="0" err="1" smtClean="0">
                <a:solidFill>
                  <a:srgbClr val="C00000"/>
                </a:solidFill>
              </a:rPr>
              <a:t>，前三道大题</a:t>
            </a:r>
            <a:r>
              <a:rPr lang="en-US" altLang="zh-CN" sz="2400" b="1" dirty="0" err="1" smtClean="0">
                <a:solidFill>
                  <a:srgbClr val="C00000"/>
                </a:solidFill>
              </a:rPr>
              <a:t>30-40min</a:t>
            </a:r>
            <a:r>
              <a:rPr lang="zh-CN" altLang="en-US" sz="2400" b="1" dirty="0" err="1" smtClean="0">
                <a:solidFill>
                  <a:srgbClr val="C00000"/>
                </a:solidFill>
              </a:rPr>
              <a:t>，后两道大题</a:t>
            </a:r>
            <a:r>
              <a:rPr lang="en-US" altLang="zh-CN" sz="2400" b="1" dirty="0" err="1" smtClean="0">
                <a:solidFill>
                  <a:srgbClr val="C00000"/>
                </a:solidFill>
              </a:rPr>
              <a:t>30-40min</a:t>
            </a:r>
            <a:endParaRPr lang="en-US" altLang="zh-CN" sz="2400" b="1" dirty="0" err="1" smtClean="0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英语：叹息之墙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5315" y="1988820"/>
            <a:ext cx="8475980" cy="319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dirty="0" err="1" smtClean="0"/>
              <a:t>由于本人英语实在太差。常年混迹于倒数后五名，高考拼尽全力未上平均分这里就不提</a:t>
            </a:r>
            <a:r>
              <a:rPr lang="zh-CN" altLang="en-US" sz="2400" dirty="0" err="1" smtClean="0"/>
              <a:t>分享了</a:t>
            </a:r>
            <a:endParaRPr lang="zh-CN" altLang="en-US" sz="2400" dirty="0" err="1" smtClean="0"/>
          </a:p>
          <a:p>
            <a:pPr algn="l"/>
            <a:r>
              <a:rPr lang="zh-CN" altLang="en-US" sz="8000" b="1" dirty="0" err="1" smtClean="0">
                <a:solidFill>
                  <a:srgbClr val="FF0000"/>
                </a:solidFill>
              </a:rPr>
              <a:t>各科要均衡发展！</a:t>
            </a:r>
            <a:endParaRPr lang="zh-CN" altLang="en-US" sz="8000" b="1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物化生</a:t>
            </a:r>
            <a:r>
              <a:rPr lang="en-US" altLang="zh-CN"/>
              <a:t>——</a:t>
            </a:r>
            <a:r>
              <a:rPr lang="zh-CN" altLang="en-US"/>
              <a:t>本质</a:t>
            </a:r>
            <a:r>
              <a:rPr lang="zh-CN" altLang="en-US"/>
              <a:t>相同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72920"/>
            <a:ext cx="700849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dirty="0" err="1" smtClean="0"/>
              <a:t>物化生有一个相同的特点：题目变化上较少：</a:t>
            </a:r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对于这种情况，最简单的方法：多做题，总结，订正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物化生卷子本身内容较少。且相对轻松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建议完卷时长：</a:t>
            </a:r>
            <a:r>
              <a:rPr lang="en-US" altLang="zh-CN" sz="2400" dirty="0" err="1" smtClean="0"/>
              <a:t>1h</a:t>
            </a:r>
            <a:r>
              <a:rPr lang="zh-CN" altLang="en-US" sz="2400" dirty="0" err="1" smtClean="0"/>
              <a:t>左右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训练频率：擅长的保持训练量，相对较差的建议一天</a:t>
            </a:r>
            <a:r>
              <a:rPr lang="en-US" altLang="zh-CN" sz="2400" dirty="0" err="1" smtClean="0"/>
              <a:t>2-3</a:t>
            </a:r>
            <a:r>
              <a:rPr lang="zh-CN" altLang="en-US" sz="2400" dirty="0" err="1" smtClean="0"/>
              <a:t>张该科卷子</a:t>
            </a:r>
            <a:endParaRPr lang="zh-CN" altLang="en-US" sz="24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高考</a:t>
            </a:r>
            <a:r>
              <a:rPr lang="zh-CN" altLang="en-US"/>
              <a:t>焦虑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3260" y="1772920"/>
            <a:ext cx="75647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 err="1" smtClean="0"/>
              <a:t>为何焦虑？</a:t>
            </a:r>
            <a:endParaRPr lang="zh-CN" altLang="en-US" sz="3200" dirty="0" err="1" smtClean="0"/>
          </a:p>
          <a:p>
            <a:pPr algn="l"/>
            <a:r>
              <a:rPr lang="en-US" altLang="zh-CN" sz="3200" dirty="0" err="1" smtClean="0">
                <a:solidFill>
                  <a:srgbClr val="C00000"/>
                </a:solidFill>
              </a:rPr>
              <a:t>——</a:t>
            </a:r>
            <a:r>
              <a:rPr lang="zh-CN" altLang="en-US" sz="3200" dirty="0" err="1" smtClean="0">
                <a:solidFill>
                  <a:srgbClr val="C00000"/>
                </a:solidFill>
              </a:rPr>
              <a:t>害怕高考考差，最终上不了好学校</a:t>
            </a:r>
            <a:endParaRPr lang="zh-CN" altLang="en-US" sz="3200" dirty="0" err="1" smtClean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650" y="3140710"/>
            <a:ext cx="7190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dirty="0" err="1" smtClean="0"/>
              <a:t>实际上，高考招生不是独木桥，而是多途径的。志愿的填报是</a:t>
            </a:r>
            <a:r>
              <a:rPr lang="zh-CN" altLang="en-US" sz="2800" dirty="0" err="1" smtClean="0"/>
              <a:t>多样的</a:t>
            </a:r>
            <a:endParaRPr lang="zh-CN" altLang="en-US" sz="28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高校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72920"/>
            <a:ext cx="307022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dirty="0" err="1" smtClean="0"/>
              <a:t>传统</a:t>
            </a:r>
            <a:r>
              <a:rPr lang="en-US" altLang="zh-CN" dirty="0" err="1" smtClean="0"/>
              <a:t>92</a:t>
            </a:r>
            <a:r>
              <a:rPr lang="zh-CN" altLang="en-US" dirty="0" err="1" smtClean="0"/>
              <a:t>学校，</a:t>
            </a:r>
            <a:r>
              <a:rPr lang="zh-CN" altLang="en-US" dirty="0" err="1" smtClean="0"/>
              <a:t>双一流：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哈尔滨工业大学深圳校区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北京理工大学</a:t>
            </a:r>
            <a:r>
              <a:rPr lang="zh-CN" altLang="en-US" dirty="0" err="1" smtClean="0"/>
              <a:t>校区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中山大学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华南理工</a:t>
            </a:r>
            <a:r>
              <a:rPr lang="zh-CN" altLang="en-US" dirty="0" err="1" smtClean="0"/>
              <a:t>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华南</a:t>
            </a:r>
            <a:r>
              <a:rPr lang="zh-CN" altLang="en-US" dirty="0" err="1" smtClean="0"/>
              <a:t>师范大学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南方</a:t>
            </a:r>
            <a:r>
              <a:rPr lang="zh-CN" altLang="en-US" dirty="0" err="1" smtClean="0"/>
              <a:t>医科大学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暨南大学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广东工业大学（</a:t>
            </a:r>
            <a:r>
              <a:rPr lang="en-US" altLang="zh-CN" dirty="0" err="1" smtClean="0"/>
              <a:t>560+</a:t>
            </a:r>
            <a:r>
              <a:rPr lang="zh-CN" altLang="en-US" dirty="0" err="1" smtClean="0"/>
              <a:t>）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华南</a:t>
            </a:r>
            <a:r>
              <a:rPr lang="zh-CN" altLang="en-US" dirty="0" err="1" smtClean="0"/>
              <a:t>农业大学</a:t>
            </a:r>
            <a:endParaRPr lang="zh-CN" altLang="en-US" dirty="0" err="1" smtClean="0"/>
          </a:p>
          <a:p>
            <a:pPr algn="l"/>
            <a:r>
              <a:rPr lang="en-US" altLang="zh-CN" dirty="0" err="1" smtClean="0"/>
              <a:t>..........</a:t>
            </a:r>
            <a:endParaRPr lang="en-US" altLang="zh-CN" dirty="0" err="1" smtClean="0"/>
          </a:p>
        </p:txBody>
      </p:sp>
      <p:sp>
        <p:nvSpPr>
          <p:cNvPr id="4" name="文本框 3"/>
          <p:cNvSpPr txBox="1"/>
          <p:nvPr/>
        </p:nvSpPr>
        <p:spPr>
          <a:xfrm>
            <a:off x="4253865" y="1966595"/>
            <a:ext cx="3048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 err="1" smtClean="0"/>
              <a:t>港校</a:t>
            </a:r>
            <a:r>
              <a:rPr lang="en-US" altLang="zh-CN" dirty="0" err="1" smtClean="0"/>
              <a:t>/</a:t>
            </a:r>
            <a:r>
              <a:rPr lang="zh-CN" altLang="en-US" dirty="0" err="1" smtClean="0"/>
              <a:t>新兴</a:t>
            </a:r>
            <a:r>
              <a:rPr lang="zh-CN" altLang="en-US" dirty="0" err="1" smtClean="0"/>
              <a:t>学校：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香港中文大学深圳</a:t>
            </a:r>
            <a:r>
              <a:rPr lang="zh-CN" altLang="en-US" dirty="0" err="1" smtClean="0"/>
              <a:t>校区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香港</a:t>
            </a:r>
            <a:r>
              <a:rPr lang="zh-CN" altLang="en-US" dirty="0" err="1" smtClean="0"/>
              <a:t>科技大学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北师港</a:t>
            </a:r>
            <a:r>
              <a:rPr lang="zh-CN" altLang="en-US" dirty="0" err="1" smtClean="0"/>
              <a:t>浸（</a:t>
            </a:r>
            <a:r>
              <a:rPr lang="en-US" altLang="zh-CN" dirty="0" err="1" smtClean="0"/>
              <a:t>580+</a:t>
            </a:r>
            <a:r>
              <a:rPr lang="zh-CN" altLang="en-US" dirty="0" err="1" smtClean="0"/>
              <a:t>）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南方科技</a:t>
            </a:r>
            <a:r>
              <a:rPr lang="zh-CN" altLang="en-US" dirty="0" err="1" smtClean="0"/>
              <a:t>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深圳理工</a:t>
            </a:r>
            <a:r>
              <a:rPr lang="zh-CN" altLang="en-US" dirty="0" err="1" smtClean="0"/>
              <a:t>大学</a:t>
            </a:r>
            <a:endParaRPr lang="zh-CN" altLang="en-US" dirty="0" err="1" smtClean="0"/>
          </a:p>
          <a:p>
            <a:pPr algn="l"/>
            <a:r>
              <a:rPr lang="zh-CN" altLang="en-US" dirty="0" err="1" smtClean="0"/>
              <a:t>深圳大学（</a:t>
            </a:r>
            <a:r>
              <a:rPr lang="en-US" altLang="zh-CN" dirty="0" err="1" smtClean="0"/>
              <a:t>590+</a:t>
            </a:r>
            <a:r>
              <a:rPr lang="zh-CN" altLang="en-US" dirty="0" err="1" smtClean="0"/>
              <a:t>）</a:t>
            </a:r>
            <a:endParaRPr lang="zh-CN" altLang="en-US" dirty="0" err="1" smtClean="0"/>
          </a:p>
        </p:txBody>
      </p:sp>
      <p:sp>
        <p:nvSpPr>
          <p:cNvPr id="5" name="文本框 4"/>
          <p:cNvSpPr txBox="1"/>
          <p:nvPr/>
        </p:nvSpPr>
        <p:spPr>
          <a:xfrm>
            <a:off x="574040" y="5085080"/>
            <a:ext cx="7406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 u="sng" dirty="0" err="1" smtClean="0">
                <a:solidFill>
                  <a:srgbClr val="C00000"/>
                </a:solidFill>
              </a:rPr>
              <a:t>学校的选择是多样的。不用担心考</a:t>
            </a:r>
            <a:r>
              <a:rPr lang="zh-CN" altLang="en-US" sz="2400" b="1" u="sng" dirty="0" err="1" smtClean="0">
                <a:solidFill>
                  <a:srgbClr val="C00000"/>
                </a:solidFill>
              </a:rPr>
              <a:t>差了就没有好学校</a:t>
            </a:r>
            <a:endParaRPr lang="zh-CN" altLang="en-US" sz="2400" b="1" u="sng" dirty="0" err="1" smtClean="0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大保底</a:t>
            </a:r>
            <a:r>
              <a:rPr lang="en-US" altLang="zh-CN"/>
              <a:t>——</a:t>
            </a:r>
            <a:r>
              <a:rPr lang="zh-CN" altLang="en-US"/>
              <a:t>综评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51510" y="1875790"/>
            <a:ext cx="46043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 err="1" smtClean="0"/>
              <a:t>可供选择的院校：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/>
              <a:t>中山大学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/>
              <a:t>南方科技大学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/>
              <a:t>华南理工大学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/>
              <a:t>香港中文大学深圳校区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/>
              <a:t>北师港</a:t>
            </a:r>
            <a:r>
              <a:rPr lang="zh-CN" altLang="en-US" sz="3200" dirty="0" err="1" smtClean="0"/>
              <a:t>浸</a:t>
            </a:r>
            <a:endParaRPr lang="zh-CN" altLang="en-US" sz="3200" dirty="0" err="1" smtClean="0"/>
          </a:p>
        </p:txBody>
      </p:sp>
      <p:sp>
        <p:nvSpPr>
          <p:cNvPr id="4" name="文本框 3"/>
          <p:cNvSpPr txBox="1"/>
          <p:nvPr/>
        </p:nvSpPr>
        <p:spPr>
          <a:xfrm>
            <a:off x="5436235" y="2122170"/>
            <a:ext cx="358394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 err="1" smtClean="0">
                <a:solidFill>
                  <a:srgbClr val="C00000"/>
                </a:solidFill>
              </a:rPr>
              <a:t>时间：</a:t>
            </a:r>
            <a:endParaRPr lang="zh-CN" altLang="en-US" sz="3200" dirty="0" err="1" smtClean="0"/>
          </a:p>
          <a:p>
            <a:pPr algn="l"/>
            <a:r>
              <a:rPr lang="zh-CN" altLang="en-US" sz="3200" dirty="0" err="1" smtClean="0">
                <a:solidFill>
                  <a:srgbClr val="C00000"/>
                </a:solidFill>
              </a:rPr>
              <a:t>除中山大学是出分后，其余学校均为高考后出分前</a:t>
            </a:r>
            <a:endParaRPr lang="zh-CN" altLang="en-US" sz="3200" dirty="0" err="1" smtClean="0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为何选择</a:t>
            </a:r>
            <a:r>
              <a:rPr lang="zh-CN" altLang="en-US"/>
              <a:t>综评？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85" y="1913890"/>
            <a:ext cx="741108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dirty="0" err="1" smtClean="0"/>
              <a:t>综评的优势：提前批录取。考好了可以不填。考差了填提前批，运气好就是低分上名校。运气不好</a:t>
            </a:r>
            <a:r>
              <a:rPr lang="zh-CN" altLang="en-US" sz="2800" b="1" u="sng" dirty="0" err="1" smtClean="0">
                <a:solidFill>
                  <a:srgbClr val="FF0000"/>
                </a:solidFill>
              </a:rPr>
              <a:t>没录上也不影响后续普通批录取</a:t>
            </a:r>
            <a:r>
              <a:rPr lang="zh-CN" altLang="en-US" sz="2800" b="1" u="sng" dirty="0" err="1" smtClean="0"/>
              <a:t>。</a:t>
            </a:r>
            <a:endParaRPr lang="zh-CN" altLang="en-US" sz="2800" b="1" u="sng" dirty="0" err="1" smtClean="0"/>
          </a:p>
        </p:txBody>
      </p:sp>
      <p:sp>
        <p:nvSpPr>
          <p:cNvPr id="6" name="文本框 5"/>
          <p:cNvSpPr txBox="1"/>
          <p:nvPr/>
        </p:nvSpPr>
        <p:spPr>
          <a:xfrm>
            <a:off x="683895" y="3644900"/>
            <a:ext cx="71577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 dirty="0" err="1" smtClean="0">
                <a:solidFill>
                  <a:srgbClr val="002060"/>
                </a:solidFill>
              </a:rPr>
              <a:t>个人非常建议所有人都去考综评。你所损失的只有刚考完五六天的休息时间。你所收获的却是高考录取的多一道保险</a:t>
            </a:r>
            <a:endParaRPr lang="zh-CN" altLang="en-US" sz="3200" b="1" dirty="0" err="1" smtClean="0">
              <a:solidFill>
                <a:srgbClr val="00206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中山大学：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评价：自信即</a:t>
            </a:r>
            <a:r>
              <a:rPr lang="zh-CN" altLang="en-US"/>
              <a:t>巅峰</a:t>
            </a:r>
            <a:endParaRPr lang="zh-CN" altLang="en-US"/>
          </a:p>
          <a:p>
            <a:r>
              <a:rPr lang="zh-CN" altLang="en-US"/>
              <a:t>优点：低分上广东省内倒数第二的</a:t>
            </a:r>
            <a:r>
              <a:rPr lang="en-US" altLang="zh-CN"/>
              <a:t>985</a:t>
            </a:r>
            <a:r>
              <a:rPr lang="zh-CN" altLang="en-US"/>
              <a:t>。转专业方便。学费</a:t>
            </a:r>
            <a:r>
              <a:rPr lang="zh-CN" altLang="en-US"/>
              <a:t>正常</a:t>
            </a:r>
            <a:endParaRPr lang="zh-CN" altLang="en-US"/>
          </a:p>
          <a:p>
            <a:r>
              <a:rPr lang="zh-CN" altLang="en-US"/>
              <a:t>缺点：</a:t>
            </a:r>
            <a:r>
              <a:rPr lang="en-US" altLang="zh-CN"/>
              <a:t>1.</a:t>
            </a:r>
            <a:r>
              <a:rPr lang="zh-CN" altLang="en-US"/>
              <a:t>综评大部分为冷门专业（当然是有好专业的，但是那些大部分要</a:t>
            </a:r>
            <a:r>
              <a:rPr lang="en-US" altLang="zh-CN"/>
              <a:t>635+</a:t>
            </a:r>
            <a:r>
              <a:rPr lang="zh-CN" altLang="en-US"/>
              <a:t>，有这个分数更推荐去华工</a:t>
            </a:r>
            <a:r>
              <a:rPr lang="en-US" altLang="zh-CN"/>
              <a:t>/</a:t>
            </a:r>
            <a:r>
              <a:rPr lang="zh-CN" altLang="en-US"/>
              <a:t>普通批）</a:t>
            </a:r>
            <a:endParaRPr lang="en-US" altLang="zh-CN"/>
          </a:p>
          <a:p>
            <a:r>
              <a:rPr lang="en-US" altLang="zh-CN"/>
              <a:t>           2.</a:t>
            </a:r>
            <a:r>
              <a:rPr lang="zh-CN" altLang="en-US"/>
              <a:t>转专业方便的另一面：激烈的</a:t>
            </a:r>
            <a:r>
              <a:rPr lang="zh-CN" altLang="en-US"/>
              <a:t>竞争</a:t>
            </a:r>
            <a:endParaRPr lang="zh-CN" altLang="en-US"/>
          </a:p>
          <a:p>
            <a:r>
              <a:rPr lang="zh-CN" altLang="en-US"/>
              <a:t>适合人群：</a:t>
            </a:r>
            <a:r>
              <a:rPr lang="en-US" altLang="zh-CN"/>
              <a:t>1.</a:t>
            </a:r>
            <a:r>
              <a:rPr lang="zh-CN" altLang="en-US"/>
              <a:t>想</a:t>
            </a:r>
            <a:r>
              <a:rPr lang="zh-CN" altLang="en-US"/>
              <a:t>相对低分上名校</a:t>
            </a:r>
            <a:r>
              <a:rPr lang="zh-CN" altLang="en-US"/>
              <a:t>的</a:t>
            </a:r>
            <a:endParaRPr lang="zh-CN" altLang="en-US"/>
          </a:p>
          <a:p>
            <a:r>
              <a:rPr lang="en-US" altLang="zh-CN"/>
              <a:t>                  2.</a:t>
            </a:r>
            <a:r>
              <a:rPr lang="zh-CN" altLang="en-US"/>
              <a:t>能接受读冷门专业的</a:t>
            </a:r>
            <a:r>
              <a:rPr lang="en-US" altLang="zh-CN"/>
              <a:t>/</a:t>
            </a:r>
            <a:r>
              <a:rPr lang="zh-CN" altLang="en-US"/>
              <a:t>个人非常有操作能转出去</a:t>
            </a:r>
            <a:r>
              <a:rPr lang="zh-CN" altLang="en-US"/>
              <a:t>的</a:t>
            </a:r>
            <a:endParaRPr lang="zh-CN" altLang="en-US"/>
          </a:p>
          <a:p>
            <a:r>
              <a:rPr lang="zh-CN" altLang="en-US"/>
              <a:t>面试内容：面试（自我介绍，抽题回答，专业相关</a:t>
            </a:r>
            <a:r>
              <a:rPr lang="zh-CN" altLang="en-US"/>
              <a:t>了解）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南方</a:t>
            </a:r>
            <a:r>
              <a:rPr lang="zh-CN" altLang="en-US"/>
              <a:t>科技大学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评价：梦中情校</a:t>
            </a:r>
            <a:endParaRPr lang="zh-CN" altLang="en-US"/>
          </a:p>
          <a:p>
            <a:r>
              <a:rPr lang="zh-CN" altLang="en-US">
                <a:sym typeface="+mn-ea"/>
              </a:rPr>
              <a:t>优点：先进的教学模式，好的专业，和普通大学一样的学费</a:t>
            </a:r>
            <a:endParaRPr lang="zh-CN" altLang="en-US"/>
          </a:p>
          <a:p>
            <a:r>
              <a:rPr lang="zh-CN" altLang="en-US">
                <a:sym typeface="+mn-ea"/>
              </a:rPr>
              <a:t>缺点：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分数高（普遍需要</a:t>
            </a:r>
            <a:r>
              <a:rPr lang="en-US" altLang="zh-CN">
                <a:sym typeface="+mn-ea"/>
              </a:rPr>
              <a:t>645-650</a:t>
            </a:r>
            <a:r>
              <a:rPr lang="zh-CN" altLang="en-US">
                <a:sym typeface="+mn-ea"/>
              </a:rPr>
              <a:t>以上）</a:t>
            </a:r>
            <a:r>
              <a:rPr lang="en-US" altLang="zh-CN">
                <a:sym typeface="+mn-ea"/>
              </a:rPr>
              <a:t>          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2.</a:t>
            </a:r>
            <a:r>
              <a:rPr lang="zh-CN" altLang="en-US">
                <a:sym typeface="+mn-ea"/>
              </a:rPr>
              <a:t>全英</a:t>
            </a:r>
            <a:r>
              <a:rPr lang="zh-CN" altLang="en-US">
                <a:sym typeface="+mn-ea"/>
              </a:rPr>
              <a:t>教学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适合人群：希望更先进的教学模式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国际化培养</a:t>
            </a:r>
            <a:endParaRPr lang="en-US" altLang="zh-CN">
              <a:sym typeface="+mn-ea"/>
            </a:endParaRPr>
          </a:p>
          <a:p>
            <a:r>
              <a:rPr lang="zh-CN" altLang="en-US"/>
              <a:t>考核内容：机试：数，物，英（高考中档题</a:t>
            </a:r>
            <a:r>
              <a:rPr lang="zh-CN" altLang="en-US"/>
              <a:t>难度）</a:t>
            </a:r>
            <a:endParaRPr lang="zh-CN" altLang="en-US"/>
          </a:p>
          <a:p>
            <a:r>
              <a:rPr lang="en-US" altLang="zh-CN"/>
              <a:t>                  </a:t>
            </a:r>
            <a:r>
              <a:rPr lang="zh-CN" altLang="en-US"/>
              <a:t>面试：自我介绍，思辨题目</a:t>
            </a:r>
            <a:r>
              <a:rPr lang="zh-CN" altLang="en-US"/>
              <a:t>回答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华南理工</a:t>
            </a:r>
            <a:r>
              <a:rPr lang="zh-CN" altLang="en-US"/>
              <a:t>大学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sym typeface="+mn-ea"/>
              </a:rPr>
              <a:t>评价：花钱消灾（</a:t>
            </a:r>
            <a:r>
              <a:rPr lang="en-US" altLang="zh-CN">
                <a:sym typeface="+mn-ea"/>
              </a:rPr>
              <a:t>620+</a:t>
            </a:r>
            <a:r>
              <a:rPr lang="zh-CN" altLang="en-US">
                <a:sym typeface="+mn-ea"/>
              </a:rPr>
              <a:t>即可）</a:t>
            </a:r>
            <a:endParaRPr lang="zh-CN" altLang="en-US"/>
          </a:p>
          <a:p>
            <a:r>
              <a:rPr lang="zh-CN" altLang="en-US">
                <a:sym typeface="+mn-ea"/>
              </a:rPr>
              <a:t>优点：低分上</a:t>
            </a:r>
            <a:r>
              <a:rPr lang="en-US" altLang="zh-CN">
                <a:sym typeface="+mn-ea"/>
              </a:rPr>
              <a:t>985</a:t>
            </a:r>
            <a:r>
              <a:rPr lang="zh-CN" altLang="en-US">
                <a:sym typeface="+mn-ea"/>
              </a:rPr>
              <a:t>，专业好，国际化</a:t>
            </a:r>
            <a:r>
              <a:rPr lang="zh-CN" altLang="en-US">
                <a:sym typeface="+mn-ea"/>
              </a:rPr>
              <a:t>教学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缺点：学费贵（</a:t>
            </a:r>
            <a:r>
              <a:rPr lang="en-US" altLang="zh-CN">
                <a:sym typeface="+mn-ea"/>
              </a:rPr>
              <a:t>7-8w/</a:t>
            </a:r>
            <a:r>
              <a:rPr lang="zh-CN" altLang="en-US">
                <a:sym typeface="+mn-ea"/>
              </a:rPr>
              <a:t>年），全英教学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适合人群：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想相对低分上名校的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  2.</a:t>
            </a:r>
            <a:r>
              <a:rPr lang="zh-CN" altLang="en-US">
                <a:sym typeface="+mn-ea"/>
              </a:rPr>
              <a:t>家里有一定经济准备</a:t>
            </a:r>
            <a:endParaRPr lang="en-US" altLang="zh-CN">
              <a:sym typeface="+mn-ea"/>
            </a:endParaRPr>
          </a:p>
          <a:p>
            <a:r>
              <a:rPr lang="zh-CN" altLang="en-US"/>
              <a:t>考察内容：机试：数理为主。面试：一对多（</a:t>
            </a:r>
            <a:r>
              <a:rPr lang="zh-CN" altLang="en-US"/>
              <a:t>考官）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香港中文大学深圳</a:t>
            </a:r>
            <a:r>
              <a:rPr lang="zh-CN" altLang="en-US"/>
              <a:t>校区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评价：花钱消灾（</a:t>
            </a:r>
            <a:r>
              <a:rPr lang="en-US" altLang="zh-CN">
                <a:sym typeface="+mn-ea"/>
              </a:rPr>
              <a:t>615+</a:t>
            </a:r>
            <a:r>
              <a:rPr lang="zh-CN" altLang="en-US">
                <a:sym typeface="+mn-ea"/>
              </a:rPr>
              <a:t>即可）</a:t>
            </a:r>
            <a:endParaRPr lang="zh-CN" altLang="en-US"/>
          </a:p>
          <a:p>
            <a:r>
              <a:rPr lang="zh-CN" altLang="en-US">
                <a:sym typeface="+mn-ea"/>
              </a:rPr>
              <a:t>优点：专业较好（注：工科一般），国际化教学，男女比例低，男生少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缺点：学费贵（</a:t>
            </a:r>
            <a:r>
              <a:rPr lang="en-US" altLang="zh-CN">
                <a:sym typeface="+mn-ea"/>
              </a:rPr>
              <a:t>9w+/</a:t>
            </a:r>
            <a:r>
              <a:rPr lang="zh-CN" altLang="en-US">
                <a:sym typeface="+mn-ea"/>
              </a:rPr>
              <a:t>年），全英教学，花销较高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适合人群：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未来有出国留学计划（相较于华工</a:t>
            </a:r>
            <a:r>
              <a:rPr lang="zh-CN" altLang="en-US">
                <a:sym typeface="+mn-ea"/>
              </a:rPr>
              <a:t>综评）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   2.</a:t>
            </a:r>
            <a:r>
              <a:rPr lang="zh-CN" altLang="en-US">
                <a:sym typeface="+mn-ea"/>
              </a:rPr>
              <a:t>家里有一定经济准备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考察内容：笔试：数，</a:t>
            </a:r>
            <a:r>
              <a:rPr lang="zh-CN" altLang="en-US">
                <a:sym typeface="+mn-ea"/>
              </a:rPr>
              <a:t>英为主。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面试：全英面试，无领导小组讨论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北</a:t>
            </a:r>
            <a:r>
              <a:rPr lang="zh-CN" altLang="en-US"/>
              <a:t>师港浸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评价：大</a:t>
            </a:r>
            <a:r>
              <a:rPr lang="zh-CN" altLang="en-US">
                <a:sym typeface="+mn-ea"/>
              </a:rPr>
              <a:t>保底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优点：国际化教学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缺点：学费贵，全英教学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适合人群：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高考大保底准备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   2.</a:t>
            </a:r>
            <a:r>
              <a:rPr lang="zh-CN" altLang="en-US">
                <a:sym typeface="+mn-ea"/>
              </a:rPr>
              <a:t>家里有一定经济准备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700530"/>
            <a:ext cx="8913495" cy="3702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260350"/>
            <a:ext cx="7133590" cy="6014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4.</a:t>
            </a:r>
            <a:r>
              <a:rPr lang="zh-CN" altLang="en-US"/>
              <a:t>一些</a:t>
            </a:r>
            <a:r>
              <a:rPr lang="zh-CN" altLang="en-US"/>
              <a:t>补充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6130" y="1897380"/>
            <a:ext cx="776859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 err="1" smtClean="0"/>
              <a:t>紧张，粗心</a:t>
            </a:r>
            <a:endParaRPr lang="zh-CN" altLang="en-US" sz="3200" dirty="0" err="1" smtClean="0"/>
          </a:p>
          <a:p>
            <a:pPr algn="l"/>
            <a:endParaRPr lang="zh-CN" altLang="en-US" sz="3200" dirty="0" err="1" smtClean="0"/>
          </a:p>
          <a:p>
            <a:pPr algn="l"/>
            <a:r>
              <a:rPr lang="en-US" altLang="zh-CN" sz="3200" dirty="0" err="1" smtClean="0"/>
              <a:t>1.</a:t>
            </a:r>
            <a:r>
              <a:rPr lang="zh-CN" altLang="en-US" sz="3200" dirty="0" err="1" smtClean="0"/>
              <a:t>平时多模拟（考多了就脱敏了）养成良好习惯（检查</a:t>
            </a:r>
            <a:r>
              <a:rPr lang="en-US" altLang="zh-CN" sz="3200" dirty="0" err="1" smtClean="0"/>
              <a:t>/</a:t>
            </a:r>
            <a:r>
              <a:rPr lang="zh-CN" altLang="en-US" sz="3200" dirty="0" err="1" smtClean="0"/>
              <a:t>做慢</a:t>
            </a:r>
            <a:r>
              <a:rPr lang="zh-CN" altLang="en-US" sz="3200" dirty="0" err="1" smtClean="0"/>
              <a:t>一点）</a:t>
            </a:r>
            <a:endParaRPr lang="zh-CN" altLang="en-US" sz="3200" dirty="0" err="1" smtClean="0"/>
          </a:p>
          <a:p>
            <a:pPr algn="l"/>
            <a:endParaRPr lang="en-US" altLang="zh-CN" sz="3200" dirty="0" err="1" smtClean="0"/>
          </a:p>
          <a:p>
            <a:pPr algn="l"/>
            <a:r>
              <a:rPr lang="en-US" altLang="zh-CN" sz="3200" dirty="0" err="1" smtClean="0"/>
              <a:t>2.</a:t>
            </a:r>
            <a:r>
              <a:rPr lang="zh-CN" altLang="en-US" sz="3200" dirty="0" err="1" smtClean="0"/>
              <a:t>紧张无可避免。要在平时小考中多适应，</a:t>
            </a:r>
            <a:r>
              <a:rPr lang="zh-CN" altLang="en-US" sz="3200" b="1" dirty="0" err="1" smtClean="0">
                <a:solidFill>
                  <a:srgbClr val="FF0000"/>
                </a:solidFill>
              </a:rPr>
              <a:t>即便紧张也要保持思维的活跃与正常</a:t>
            </a:r>
            <a:endParaRPr lang="zh-CN" altLang="en-US" sz="3200" b="1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一些</a:t>
            </a:r>
            <a:r>
              <a:rPr lang="zh-CN" altLang="en-US"/>
              <a:t>补充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6130" y="1869440"/>
            <a:ext cx="77971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dirty="0" err="1" smtClean="0"/>
              <a:t>弱科有救吗？</a:t>
            </a:r>
            <a:r>
              <a:rPr lang="en-US" altLang="zh-CN" sz="2400" dirty="0" err="1" smtClean="0"/>
              <a:t>/</a:t>
            </a:r>
            <a:r>
              <a:rPr lang="zh-CN" altLang="en-US" sz="2400" dirty="0" err="1" smtClean="0"/>
              <a:t>难题不敢做？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有的当然有的！具体做法可以参考前面</a:t>
            </a:r>
            <a:r>
              <a:rPr lang="en-US" altLang="zh-CN" sz="2400" dirty="0" err="1" smtClean="0"/>
              <a:t>ppt/</a:t>
            </a:r>
            <a:r>
              <a:rPr lang="zh-CN" altLang="en-US" sz="2400" dirty="0" err="1" smtClean="0"/>
              <a:t>找老师咨询</a:t>
            </a:r>
            <a:endParaRPr lang="zh-CN" altLang="en-US" sz="2400" dirty="0" err="1" smtClean="0"/>
          </a:p>
          <a:p>
            <a:pPr algn="l"/>
            <a:endParaRPr lang="zh-CN" altLang="en-US" sz="2400" dirty="0" err="1" smtClean="0"/>
          </a:p>
          <a:p>
            <a:pPr algn="l"/>
            <a:r>
              <a:rPr lang="zh-CN" altLang="en-US" sz="2400" dirty="0" err="1" smtClean="0"/>
              <a:t>先从较简单的开始，要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积累自信，避免习得性</a:t>
            </a:r>
            <a:r>
              <a:rPr lang="zh-CN" altLang="en-US" sz="2400" b="1" dirty="0" err="1" smtClean="0">
                <a:solidFill>
                  <a:srgbClr val="FF0000"/>
                </a:solidFill>
              </a:rPr>
              <a:t>无助</a:t>
            </a:r>
            <a:endParaRPr lang="zh-CN" altLang="en-US" sz="2400" b="1" dirty="0" err="1" smtClean="0">
              <a:solidFill>
                <a:srgbClr val="FF0000"/>
              </a:solidFill>
            </a:endParaRPr>
          </a:p>
          <a:p>
            <a:pPr algn="l"/>
            <a:r>
              <a:rPr lang="zh-CN" altLang="en-US" sz="2400" dirty="0" err="1" smtClean="0"/>
              <a:t>（看懂答案</a:t>
            </a:r>
            <a:r>
              <a:rPr lang="en-US" altLang="zh-CN" sz="2400" dirty="0" err="1" smtClean="0"/>
              <a:t>—</a:t>
            </a:r>
            <a:r>
              <a:rPr lang="zh-CN" altLang="en-US" sz="2400" dirty="0" err="1" smtClean="0"/>
              <a:t>跟着答案能自己做出来</a:t>
            </a:r>
            <a:r>
              <a:rPr lang="en-US" altLang="zh-CN" sz="2400" dirty="0" err="1" smtClean="0"/>
              <a:t>—</a:t>
            </a:r>
            <a:r>
              <a:rPr lang="zh-CN" altLang="en-US" sz="2400" dirty="0" err="1" smtClean="0"/>
              <a:t>尝试自己做出来）</a:t>
            </a:r>
            <a:endParaRPr lang="zh-CN" altLang="en-US" sz="2400" dirty="0" err="1" smtClean="0"/>
          </a:p>
          <a:p>
            <a:pPr algn="l"/>
            <a:r>
              <a:rPr lang="zh-CN" altLang="en-US" sz="2400" u="sng" dirty="0" err="1" smtClean="0">
                <a:solidFill>
                  <a:srgbClr val="FF0000"/>
                </a:solidFill>
              </a:rPr>
              <a:t>成功会带来信心。积少成多，就是考场上面对难题时敢于尝试的勇气</a:t>
            </a:r>
            <a:endParaRPr lang="zh-CN" altLang="en-US" sz="2400" u="sng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一些</a:t>
            </a:r>
            <a:r>
              <a:rPr lang="zh-CN" altLang="en-US"/>
              <a:t>补充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4190" y="1805940"/>
            <a:ext cx="79781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dirty="0" err="1" smtClean="0"/>
              <a:t>浮躁</a:t>
            </a:r>
            <a:r>
              <a:rPr lang="en-US" altLang="zh-CN" sz="2800" dirty="0" err="1" smtClean="0"/>
              <a:t>/</a:t>
            </a:r>
            <a:r>
              <a:rPr lang="zh-CN" altLang="en-US" sz="2800" dirty="0" err="1" smtClean="0"/>
              <a:t>计划</a:t>
            </a:r>
            <a:endParaRPr lang="zh-CN" altLang="en-US" sz="2800" dirty="0" err="1" smtClean="0"/>
          </a:p>
          <a:p>
            <a:pPr algn="l"/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为何浮躁？因为没有清晰的路径和计划。</a:t>
            </a:r>
            <a:endParaRPr lang="zh-CN" altLang="en-US" sz="2800" dirty="0" err="1" smtClean="0"/>
          </a:p>
          <a:p>
            <a:pPr algn="l"/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制定计划，分解目标，定期反思</a:t>
            </a:r>
            <a:endParaRPr lang="zh-CN" altLang="en-US" sz="2800" dirty="0" err="1" smtClean="0"/>
          </a:p>
          <a:p>
            <a:pPr algn="l"/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当然，浮躁无法完全克服。正如去年的我们在考前大玩</a:t>
            </a:r>
            <a:r>
              <a:rPr lang="en-US" altLang="zh-CN" sz="2800" dirty="0" err="1" smtClean="0"/>
              <a:t>e</a:t>
            </a:r>
            <a:r>
              <a:rPr lang="zh-CN" altLang="en-US" sz="2800" dirty="0" err="1" smtClean="0"/>
              <a:t>听说</a:t>
            </a:r>
            <a:r>
              <a:rPr lang="en-US" altLang="zh-CN" sz="2800" dirty="0" err="1" smtClean="0"/>
              <a:t>——</a:t>
            </a:r>
            <a:r>
              <a:rPr lang="zh-CN" altLang="en-US" sz="2800" b="1" dirty="0" err="1" smtClean="0">
                <a:solidFill>
                  <a:srgbClr val="FF0000"/>
                </a:solidFill>
              </a:rPr>
              <a:t>不用过度担心。有一个合理的度即可。也可以采用多种放松方式（看书，运动）</a:t>
            </a:r>
            <a:endParaRPr lang="zh-CN" altLang="en-US" sz="2800" b="1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一些补充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1660" y="1826895"/>
            <a:ext cx="828230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dirty="0" err="1" smtClean="0"/>
              <a:t>很多人问最后的冲刺这段时间要干点什么？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实际上很简单：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起床，吃饭，按计划背诵知识点</a:t>
            </a:r>
            <a:r>
              <a:rPr lang="en-US" altLang="zh-CN" sz="2800" dirty="0" err="1" smtClean="0"/>
              <a:t>/</a:t>
            </a:r>
            <a:r>
              <a:rPr lang="zh-CN" altLang="en-US" sz="2800" dirty="0" err="1" smtClean="0"/>
              <a:t>刷题。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有空的时候运动一下</a:t>
            </a:r>
            <a:r>
              <a:rPr lang="en-US" altLang="zh-CN" sz="2800" dirty="0" err="1" smtClean="0"/>
              <a:t>/</a:t>
            </a:r>
            <a:r>
              <a:rPr lang="zh-CN" altLang="en-US" sz="2800" dirty="0" err="1" smtClean="0"/>
              <a:t>放松一下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然后睡觉，日复一日。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没有过多的奇技淫巧，因为努力在平时。</a:t>
            </a:r>
            <a:endParaRPr lang="zh-CN" altLang="en-US" sz="2800" dirty="0" err="1" smtClean="0"/>
          </a:p>
          <a:p>
            <a:pPr algn="l"/>
            <a:r>
              <a:rPr lang="zh-CN" altLang="en-US" sz="2800" dirty="0" err="1" smtClean="0"/>
              <a:t>无数微小的改变，共同决定了你在高考场上的</a:t>
            </a:r>
            <a:r>
              <a:rPr lang="zh-CN" altLang="en-US" sz="2800" dirty="0" err="1" smtClean="0"/>
              <a:t>表现</a:t>
            </a:r>
            <a:endParaRPr lang="zh-CN" altLang="en-US" sz="2800" dirty="0" err="1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寄语：追寻意义与</a:t>
            </a:r>
            <a:r>
              <a:rPr lang="zh-CN" altLang="en-US"/>
              <a:t>幸福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0" y="1700530"/>
            <a:ext cx="6362700" cy="4876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寄语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000"/>
              <a:t>回头来看，高考只是我们人生中无数考试的其中之一</a:t>
            </a:r>
            <a:endParaRPr lang="zh-CN" altLang="en-US" sz="2000"/>
          </a:p>
          <a:p>
            <a:r>
              <a:rPr lang="zh-CN" altLang="en-US" sz="2000"/>
              <a:t>它既不能让我们领悟</a:t>
            </a:r>
            <a:r>
              <a:rPr lang="zh-CN" altLang="en-US" sz="2000"/>
              <a:t>道理，也决定不了我们的人生旅途</a:t>
            </a:r>
            <a:endParaRPr lang="zh-CN" altLang="en-US" sz="2000"/>
          </a:p>
          <a:p>
            <a:r>
              <a:rPr lang="zh-CN" altLang="en-US" sz="2000"/>
              <a:t>我们只需积极准备它，坦然面对它的结果即可。</a:t>
            </a:r>
            <a:endParaRPr lang="zh-CN" altLang="en-US" sz="2000"/>
          </a:p>
          <a:p>
            <a:r>
              <a:rPr lang="zh-CN" altLang="en-US" sz="2000"/>
              <a:t>真正重要的是高考以外的</a:t>
            </a:r>
            <a:r>
              <a:rPr lang="en-US" altLang="zh-CN" sz="2000"/>
              <a:t>——</a:t>
            </a:r>
            <a:endParaRPr lang="zh-CN" altLang="en-US" sz="2000"/>
          </a:p>
          <a:p>
            <a:r>
              <a:rPr lang="zh-CN" altLang="en-US" sz="2000"/>
              <a:t>我们在备考过程中收获的知识，友情</a:t>
            </a:r>
            <a:r>
              <a:rPr lang="en-US" altLang="zh-CN" sz="2000"/>
              <a:t>......</a:t>
            </a:r>
            <a:endParaRPr lang="en-US" altLang="zh-CN" sz="2000"/>
          </a:p>
          <a:p>
            <a:r>
              <a:rPr lang="zh-CN" altLang="en-US" sz="2000"/>
              <a:t>我们要做的，是想明白我们真正追求的东西</a:t>
            </a:r>
            <a:endParaRPr lang="zh-CN" altLang="en-US" sz="2000"/>
          </a:p>
          <a:p>
            <a:r>
              <a:rPr lang="zh-CN" altLang="en-US" sz="2000"/>
              <a:t>而不是将一切只维系于高考和成绩之上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714500" y="2132965"/>
            <a:ext cx="58013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600" dirty="0" err="1" smtClean="0">
                <a:solidFill>
                  <a:srgbClr val="C00000"/>
                </a:solidFill>
              </a:rPr>
              <a:t>高考大捷</a:t>
            </a:r>
            <a:endParaRPr lang="zh-CN" altLang="en-US" sz="9600" dirty="0" err="1" smtClean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9750" y="3716655"/>
            <a:ext cx="8695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 dirty="0" err="1" smtClean="0">
                <a:solidFill>
                  <a:schemeClr val="tx2">
                    <a:lumMod val="75000"/>
                  </a:schemeClr>
                </a:solidFill>
              </a:rPr>
              <a:t>明年此日青云去，却笑人间举子忙</a:t>
            </a:r>
            <a:endParaRPr lang="zh-CN" altLang="en-US" sz="4000" dirty="0" err="1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打个广告：来</a:t>
            </a:r>
            <a:r>
              <a:rPr lang="zh-CN" altLang="en-US"/>
              <a:t>中大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1700530"/>
            <a:ext cx="3391535" cy="4584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55" y="1700530"/>
            <a:ext cx="3445510" cy="45948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700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8890" y="10795"/>
            <a:ext cx="9152890" cy="68668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6195" y="0"/>
            <a:ext cx="9194165" cy="68967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3"/>
  <p:tag name="KSO_WM_UNIT_SUBTYPE" val="g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1_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2_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720"/>
  <p:tag name="KSO_WM_UNIT_TYPE" val="f"/>
  <p:tag name="KSO_WM_UNIT_INDEX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2"/>
  <p:tag name="KSO_WM_UNIT_SUBTYPE" val="g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1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2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2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2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2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2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2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2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2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2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2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2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2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2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2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2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2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2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2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2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2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2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2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2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2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2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3"/>
  <p:tag name="KSO_WM_UNIT_SUBTYPE" val="g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2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1_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2_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720"/>
  <p:tag name="KSO_WM_UNIT_TYPE" val="f"/>
  <p:tag name="KSO_WM_UNIT_INDEX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2"/>
  <p:tag name="KSO_WM_UNIT_SUBTYPE" val="g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2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4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96_1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TEXT_TYPE" val="1"/>
  <p:tag name="KSO_WM_UNIT_PRESET_TEXT" val="单击添加文档标题"/>
</p:tagLst>
</file>

<file path=ppt/tags/tag426.xml><?xml version="1.0" encoding="utf-8"?>
<p:tagLst xmlns:p="http://schemas.openxmlformats.org/presentationml/2006/main">
  <p:tag name="KSO_WM_UNIT_SUBTYPE" val="b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0996_1*f*3"/>
  <p:tag name="KSO_WM_TEMPLATE_CATEGORY" val="custom"/>
  <p:tag name="KSO_WM_TEMPLATE_INDEX" val="20230996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SLIDE_ID" val="custom20230996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96"/>
  <p:tag name="KSO_WM_SLIDE_LAYOUT" val="a_b_f"/>
  <p:tag name="KSO_WM_SLIDE_LAYOUT_CNT" val="1_1_3"/>
  <p:tag name="KSO_WM_SLIDE_TYPE" val="title"/>
  <p:tag name="KSO_WM_SLIDE_SUBTYPE" val="pureTxt"/>
  <p:tag name="KSO_WM_TEMPLATE_THUMBS_INDEX" val="1、9"/>
  <p:tag name="KSO_WM_SLIDE_THEME_ID" val="3313005"/>
  <p:tag name="KSO_WM_SLIDE_THEME_NAME" val="黄绿色简约风简单几何形状主题模板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2"/>
  <p:tag name="KSO_WM_UNIT_TEXT_FILL_TYPE" val="1"/>
  <p:tag name="KSO_WM_UNIT_USESOURCEFORMAT_APPLY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96_4*l_h_i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96_4*l_h_a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1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2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3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4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0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96_4*l_h_i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96_4*l_h_a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96_4*l_h_i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96_4*l_h_a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96_4*l_h_i*1_4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4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96_4*l_h_a*1_4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201.69143863227424,&quot;top&quot;:64.40575413501165,&quot;width&quot;:413.6182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441.xml><?xml version="1.0" encoding="utf-8"?>
<p:tagLst xmlns:p="http://schemas.openxmlformats.org/presentationml/2006/main">
  <p:tag name="KSO_WM_SLIDE_ID" val="custom202309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9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4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UNIT_TEXT_TYPE" val="1"/>
  <p:tag name="KSO_WM_UNIT_PRESET_TEXT" val="单击此处添加标题"/>
</p:tagLst>
</file>

<file path=ppt/tags/tag44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4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4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5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5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5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5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5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6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6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6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70_1*a*1"/>
  <p:tag name="KSO_WM_TEMPLATE_CATEGORY" val="custom"/>
  <p:tag name="KSO_WM_TEMPLATE_INDEX" val="2023117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6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  <p:tag name="KSO_WM_SLIDE_ID" val="custom2023117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3.9*68.2"/>
  <p:tag name="KSO_WM_SLIDE_POSITION" val="79.65*184.8"/>
  <p:tag name="KSO_WM_TAG_VERSION" val="3.0"/>
  <p:tag name="KSO_WM_SLIDE_LAYOUT" val="a_d_α_c"/>
  <p:tag name="KSO_WM_SLIDE_LAYOUT_CNT" val="1_1_1_1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7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7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7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8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8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8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49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50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50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50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51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heme/theme1.xml><?xml version="1.0" encoding="utf-8"?>
<a:theme xmlns:a="http://schemas.openxmlformats.org/drawingml/2006/main" name="Office 主题​​">
  <a:themeElements>
    <a:clrScheme name="自定义 37">
      <a:dk1>
        <a:sysClr val="windowText" lastClr="000000"/>
      </a:dk1>
      <a:lt1>
        <a:sysClr val="window" lastClr="FFFFFF"/>
      </a:lt1>
      <a:dk2>
        <a:srgbClr val="44546A"/>
      </a:dk2>
      <a:lt2>
        <a:srgbClr val="FDFAF5"/>
      </a:lt2>
      <a:accent1>
        <a:srgbClr val="F3BB28"/>
      </a:accent1>
      <a:accent2>
        <a:srgbClr val="D9C573"/>
      </a:accent2>
      <a:accent3>
        <a:srgbClr val="B6B679"/>
      </a:accent3>
      <a:accent4>
        <a:srgbClr val="94A87F"/>
      </a:accent4>
      <a:accent5>
        <a:srgbClr val="719985"/>
      </a:accent5>
      <a:accent6>
        <a:srgbClr val="4F8A8B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FDFAF5"/>
      </a:lt2>
      <a:accent1>
        <a:srgbClr val="F3BB28"/>
      </a:accent1>
      <a:accent2>
        <a:srgbClr val="D9C573"/>
      </a:accent2>
      <a:accent3>
        <a:srgbClr val="B6B679"/>
      </a:accent3>
      <a:accent4>
        <a:srgbClr val="94A87F"/>
      </a:accent4>
      <a:accent5>
        <a:srgbClr val="719985"/>
      </a:accent5>
      <a:accent6>
        <a:srgbClr val="4F8A8B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3110</Words>
  <Application>WPS 演示</Application>
  <PresentationFormat/>
  <Paragraphs>278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Arial Unicode MS</vt:lpstr>
      <vt:lpstr>Calibri</vt:lpstr>
      <vt:lpstr>Office 主题​​</vt:lpstr>
      <vt:lpstr>1_Office 主题​​</vt:lpstr>
      <vt:lpstr>二模经验分享会</vt:lpstr>
      <vt:lpstr>目录</vt:lpstr>
      <vt:lpstr>1.二模后，我们需要干什么？</vt:lpstr>
      <vt:lpstr>那么如何求稳？</vt:lpstr>
      <vt:lpstr>个人学习时间安排（仅供参考）</vt:lpstr>
      <vt:lpstr>注意事项</vt:lpstr>
      <vt:lpstr>2.如何短时间内快速提分</vt:lpstr>
      <vt:lpstr>语文：邪修速通</vt:lpstr>
      <vt:lpstr>数学：回归本质</vt:lpstr>
      <vt:lpstr>数学：回归本质</vt:lpstr>
      <vt:lpstr>英语：叹息之墙</vt:lpstr>
      <vt:lpstr>物化生——本质相同</vt:lpstr>
      <vt:lpstr>高考焦虑</vt:lpstr>
      <vt:lpstr>高校选择</vt:lpstr>
      <vt:lpstr>大保底——综评</vt:lpstr>
      <vt:lpstr>为何选择综评？</vt:lpstr>
      <vt:lpstr>中山大学：</vt:lpstr>
      <vt:lpstr>南方科技大学</vt:lpstr>
      <vt:lpstr>华南理工大学</vt:lpstr>
      <vt:lpstr>香港中文大学深圳校区</vt:lpstr>
      <vt:lpstr>北师港浸</vt:lpstr>
      <vt:lpstr>PowerPoint 演示文稿</vt:lpstr>
      <vt:lpstr>PowerPoint 演示文稿</vt:lpstr>
      <vt:lpstr>4.一些补充</vt:lpstr>
      <vt:lpstr>一些补充</vt:lpstr>
      <vt:lpstr>一些补充</vt:lpstr>
      <vt:lpstr>一些补充</vt:lpstr>
      <vt:lpstr>寄语：追寻意义与幸福</vt:lpstr>
      <vt:lpstr>寄语</vt:lpstr>
      <vt:lpstr>PowerPoint 演示文稿</vt:lpstr>
      <vt:lpstr>打个广告：来中大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何梓睿</dc:creator>
  <cp:lastModifiedBy>梓睿-何</cp:lastModifiedBy>
  <cp:revision>15</cp:revision>
  <dcterms:created xsi:type="dcterms:W3CDTF">2025-07-23T00:59:00Z</dcterms:created>
  <dcterms:modified xsi:type="dcterms:W3CDTF">2026-04-21T15:45:10Z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BFD1689148A44B6AAB9E3B21C9A9CC57_13</vt:lpwstr>
  </property>
</Properties>
</file>